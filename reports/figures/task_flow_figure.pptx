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73152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84C17-4525-0D4F-A05C-DBFA98DB1BC6}" v="45" dt="2025-07-29T19:14:28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/>
    <p:restoredTop sz="94609"/>
  </p:normalViewPr>
  <p:slideViewPr>
    <p:cSldViewPr snapToGrid="0">
      <p:cViewPr>
        <p:scale>
          <a:sx n="310" d="100"/>
          <a:sy n="310" d="100"/>
        </p:scale>
        <p:origin x="-896" y="-5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n, Jaerong" userId="c8368964-e57f-4c66-b435-f8c556244fab" providerId="ADAL" clId="{913AC7A6-EEDC-5A15-A5F7-33C964BBB6FC}"/>
    <pc:docChg chg="modSld">
      <pc:chgData name="Ahn, Jaerong" userId="c8368964-e57f-4c66-b435-f8c556244fab" providerId="ADAL" clId="{913AC7A6-EEDC-5A15-A5F7-33C964BBB6FC}" dt="2025-08-04T04:58:06.892" v="0" actId="164"/>
      <pc:docMkLst>
        <pc:docMk/>
      </pc:docMkLst>
      <pc:sldChg chg="addSp mod">
        <pc:chgData name="Ahn, Jaerong" userId="c8368964-e57f-4c66-b435-f8c556244fab" providerId="ADAL" clId="{913AC7A6-EEDC-5A15-A5F7-33C964BBB6FC}" dt="2025-08-04T04:58:06.892" v="0" actId="164"/>
        <pc:sldMkLst>
          <pc:docMk/>
          <pc:sldMk cId="1774942982" sldId="256"/>
        </pc:sldMkLst>
        <pc:grpChg chg="add">
          <ac:chgData name="Ahn, Jaerong" userId="c8368964-e57f-4c66-b435-f8c556244fab" providerId="ADAL" clId="{913AC7A6-EEDC-5A15-A5F7-33C964BBB6FC}" dt="2025-08-04T04:58:06.892" v="0" actId="164"/>
          <ac:grpSpMkLst>
            <pc:docMk/>
            <pc:sldMk cId="1774942982" sldId="256"/>
            <ac:grpSpMk id="9" creationId="{B5C9CA91-B1C0-1F59-79F5-1454D7AD857A}"/>
          </ac:grpSpMkLst>
        </pc:grpChg>
      </pc:sldChg>
    </pc:docChg>
  </pc:docChgLst>
  <pc:docChgLst>
    <pc:chgData name="Ahn, Jaerong" userId="c8368964-e57f-4c66-b435-f8c556244fab" providerId="ADAL" clId="{64684C17-4525-0D4F-A05C-DBFA98DB1BC6}"/>
    <pc:docChg chg="undo custSel modSld">
      <pc:chgData name="Ahn, Jaerong" userId="c8368964-e57f-4c66-b435-f8c556244fab" providerId="ADAL" clId="{64684C17-4525-0D4F-A05C-DBFA98DB1BC6}" dt="2025-07-29T19:21:24.150" v="334" actId="1076"/>
      <pc:docMkLst>
        <pc:docMk/>
      </pc:docMkLst>
      <pc:sldChg chg="addSp delSp modSp mod">
        <pc:chgData name="Ahn, Jaerong" userId="c8368964-e57f-4c66-b435-f8c556244fab" providerId="ADAL" clId="{64684C17-4525-0D4F-A05C-DBFA98DB1BC6}" dt="2025-07-29T19:21:24.150" v="334" actId="1076"/>
        <pc:sldMkLst>
          <pc:docMk/>
          <pc:sldMk cId="1774942982" sldId="256"/>
        </pc:sldMkLst>
        <pc:spChg chg="mod topLvl">
          <ac:chgData name="Ahn, Jaerong" userId="c8368964-e57f-4c66-b435-f8c556244fab" providerId="ADAL" clId="{64684C17-4525-0D4F-A05C-DBFA98DB1BC6}" dt="2025-07-29T19:07:53.646" v="213" actId="165"/>
          <ac:spMkLst>
            <pc:docMk/>
            <pc:sldMk cId="1774942982" sldId="256"/>
            <ac:spMk id="2" creationId="{FF056BCE-A34B-8F1B-B90D-495D53CB3AB4}"/>
          </ac:spMkLst>
        </pc:spChg>
        <pc:spChg chg="mod">
          <ac:chgData name="Ahn, Jaerong" userId="c8368964-e57f-4c66-b435-f8c556244fab" providerId="ADAL" clId="{64684C17-4525-0D4F-A05C-DBFA98DB1BC6}" dt="2025-07-29T19:10:44.571" v="269" actId="1076"/>
          <ac:spMkLst>
            <pc:docMk/>
            <pc:sldMk cId="1774942982" sldId="256"/>
            <ac:spMk id="3" creationId="{900D999D-9838-A7F1-E010-F16FB681E19A}"/>
          </ac:spMkLst>
        </pc:spChg>
        <pc:spChg chg="mod topLvl">
          <ac:chgData name="Ahn, Jaerong" userId="c8368964-e57f-4c66-b435-f8c556244fab" providerId="ADAL" clId="{64684C17-4525-0D4F-A05C-DBFA98DB1BC6}" dt="2025-07-29T19:10:02.389" v="265" actId="14100"/>
          <ac:spMkLst>
            <pc:docMk/>
            <pc:sldMk cId="1774942982" sldId="256"/>
            <ac:spMk id="4" creationId="{5AD42FA8-C696-38A5-12CB-289C159F230D}"/>
          </ac:spMkLst>
        </pc:spChg>
        <pc:spChg chg="mod topLvl">
          <ac:chgData name="Ahn, Jaerong" userId="c8368964-e57f-4c66-b435-f8c556244fab" providerId="ADAL" clId="{64684C17-4525-0D4F-A05C-DBFA98DB1BC6}" dt="2025-07-29T19:10:50.569" v="270" actId="404"/>
          <ac:spMkLst>
            <pc:docMk/>
            <pc:sldMk cId="1774942982" sldId="256"/>
            <ac:spMk id="8" creationId="{1BA60402-4A13-1C11-A340-FDA94DBD49C4}"/>
          </ac:spMkLst>
        </pc:spChg>
        <pc:spChg chg="mod">
          <ac:chgData name="Ahn, Jaerong" userId="c8368964-e57f-4c66-b435-f8c556244fab" providerId="ADAL" clId="{64684C17-4525-0D4F-A05C-DBFA98DB1BC6}" dt="2025-07-29T19:11:09.207" v="273" actId="404"/>
          <ac:spMkLst>
            <pc:docMk/>
            <pc:sldMk cId="1774942982" sldId="256"/>
            <ac:spMk id="11" creationId="{035CBA0E-92E9-806F-8FD4-63549E5FD707}"/>
          </ac:spMkLst>
        </pc:spChg>
        <pc:spChg chg="topLvl">
          <ac:chgData name="Ahn, Jaerong" userId="c8368964-e57f-4c66-b435-f8c556244fab" providerId="ADAL" clId="{64684C17-4525-0D4F-A05C-DBFA98DB1BC6}" dt="2025-07-29T19:07:53.646" v="213" actId="165"/>
          <ac:spMkLst>
            <pc:docMk/>
            <pc:sldMk cId="1774942982" sldId="256"/>
            <ac:spMk id="18" creationId="{BA24789F-534E-5769-C4A1-024E3E00FD90}"/>
          </ac:spMkLst>
        </pc:spChg>
        <pc:spChg chg="mod topLvl">
          <ac:chgData name="Ahn, Jaerong" userId="c8368964-e57f-4c66-b435-f8c556244fab" providerId="ADAL" clId="{64684C17-4525-0D4F-A05C-DBFA98DB1BC6}" dt="2025-07-29T19:12:30.116" v="290" actId="1038"/>
          <ac:spMkLst>
            <pc:docMk/>
            <pc:sldMk cId="1774942982" sldId="256"/>
            <ac:spMk id="19" creationId="{72E6D18E-9722-C9F5-7F50-F2670FEB84EE}"/>
          </ac:spMkLst>
        </pc:spChg>
        <pc:spChg chg="mod topLvl">
          <ac:chgData name="Ahn, Jaerong" userId="c8368964-e57f-4c66-b435-f8c556244fab" providerId="ADAL" clId="{64684C17-4525-0D4F-A05C-DBFA98DB1BC6}" dt="2025-07-29T19:12:30.116" v="290" actId="1038"/>
          <ac:spMkLst>
            <pc:docMk/>
            <pc:sldMk cId="1774942982" sldId="256"/>
            <ac:spMk id="20" creationId="{9E6157F1-C3E3-947D-5323-A83A76EC82B2}"/>
          </ac:spMkLst>
        </pc:spChg>
        <pc:spChg chg="mod">
          <ac:chgData name="Ahn, Jaerong" userId="c8368964-e57f-4c66-b435-f8c556244fab" providerId="ADAL" clId="{64684C17-4525-0D4F-A05C-DBFA98DB1BC6}" dt="2025-07-29T19:12:00.790" v="278" actId="1076"/>
          <ac:spMkLst>
            <pc:docMk/>
            <pc:sldMk cId="1774942982" sldId="256"/>
            <ac:spMk id="21" creationId="{BACCEA4E-2EB3-0F03-6B9D-63535A6BF23E}"/>
          </ac:spMkLst>
        </pc:spChg>
        <pc:spChg chg="topLvl">
          <ac:chgData name="Ahn, Jaerong" userId="c8368964-e57f-4c66-b435-f8c556244fab" providerId="ADAL" clId="{64684C17-4525-0D4F-A05C-DBFA98DB1BC6}" dt="2025-07-29T19:07:53.646" v="213" actId="165"/>
          <ac:spMkLst>
            <pc:docMk/>
            <pc:sldMk cId="1774942982" sldId="256"/>
            <ac:spMk id="22" creationId="{D5D06EEF-FBAB-54B0-56C3-4062F634C44C}"/>
          </ac:spMkLst>
        </pc:spChg>
        <pc:spChg chg="mod">
          <ac:chgData name="Ahn, Jaerong" userId="c8368964-e57f-4c66-b435-f8c556244fab" providerId="ADAL" clId="{64684C17-4525-0D4F-A05C-DBFA98DB1BC6}" dt="2025-07-29T19:12:14.676" v="285" actId="20577"/>
          <ac:spMkLst>
            <pc:docMk/>
            <pc:sldMk cId="1774942982" sldId="256"/>
            <ac:spMk id="25" creationId="{0BE601D8-CD1E-2DB2-0D93-F4FC11073DF0}"/>
          </ac:spMkLst>
        </pc:spChg>
        <pc:spChg chg="mod">
          <ac:chgData name="Ahn, Jaerong" userId="c8368964-e57f-4c66-b435-f8c556244fab" providerId="ADAL" clId="{64684C17-4525-0D4F-A05C-DBFA98DB1BC6}" dt="2025-07-29T19:12:06.539" v="279" actId="1076"/>
          <ac:spMkLst>
            <pc:docMk/>
            <pc:sldMk cId="1774942982" sldId="256"/>
            <ac:spMk id="31" creationId="{5FDCC623-4458-C135-9274-2BF1A4937E4D}"/>
          </ac:spMkLst>
        </pc:spChg>
        <pc:spChg chg="topLvl">
          <ac:chgData name="Ahn, Jaerong" userId="c8368964-e57f-4c66-b435-f8c556244fab" providerId="ADAL" clId="{64684C17-4525-0D4F-A05C-DBFA98DB1BC6}" dt="2025-07-29T19:07:53.646" v="213" actId="165"/>
          <ac:spMkLst>
            <pc:docMk/>
            <pc:sldMk cId="1774942982" sldId="256"/>
            <ac:spMk id="36" creationId="{1A089817-8F38-7FE1-E843-11653C653B9E}"/>
          </ac:spMkLst>
        </pc:spChg>
        <pc:spChg chg="mod topLvl">
          <ac:chgData name="Ahn, Jaerong" userId="c8368964-e57f-4c66-b435-f8c556244fab" providerId="ADAL" clId="{64684C17-4525-0D4F-A05C-DBFA98DB1BC6}" dt="2025-07-29T19:08:04.997" v="223" actId="1038"/>
          <ac:spMkLst>
            <pc:docMk/>
            <pc:sldMk cId="1774942982" sldId="256"/>
            <ac:spMk id="43" creationId="{1604E3C2-6B34-9186-5C21-7C7FE1A14521}"/>
          </ac:spMkLst>
        </pc:spChg>
        <pc:spChg chg="mod topLvl">
          <ac:chgData name="Ahn, Jaerong" userId="c8368964-e57f-4c66-b435-f8c556244fab" providerId="ADAL" clId="{64684C17-4525-0D4F-A05C-DBFA98DB1BC6}" dt="2025-07-29T19:12:09.909" v="284" actId="1038"/>
          <ac:spMkLst>
            <pc:docMk/>
            <pc:sldMk cId="1774942982" sldId="256"/>
            <ac:spMk id="47" creationId="{2314F7EF-07D2-371E-A9D3-41657FC4F96F}"/>
          </ac:spMkLst>
        </pc:spChg>
        <pc:spChg chg="mod">
          <ac:chgData name="Ahn, Jaerong" userId="c8368964-e57f-4c66-b435-f8c556244fab" providerId="ADAL" clId="{64684C17-4525-0D4F-A05C-DBFA98DB1BC6}" dt="2025-07-29T19:05:39.421" v="193" actId="34136"/>
          <ac:spMkLst>
            <pc:docMk/>
            <pc:sldMk cId="1774942982" sldId="256"/>
            <ac:spMk id="51" creationId="{0FA9E49F-C597-7C89-BC66-C6848CF89135}"/>
          </ac:spMkLst>
        </pc:spChg>
        <pc:spChg chg="mod">
          <ac:chgData name="Ahn, Jaerong" userId="c8368964-e57f-4c66-b435-f8c556244fab" providerId="ADAL" clId="{64684C17-4525-0D4F-A05C-DBFA98DB1BC6}" dt="2025-07-29T18:58:54.805" v="110" actId="403"/>
          <ac:spMkLst>
            <pc:docMk/>
            <pc:sldMk cId="1774942982" sldId="256"/>
            <ac:spMk id="86" creationId="{470CD7DA-97E8-0F39-A663-12A455A5C9FD}"/>
          </ac:spMkLst>
        </pc:spChg>
        <pc:spChg chg="mod">
          <ac:chgData name="Ahn, Jaerong" userId="c8368964-e57f-4c66-b435-f8c556244fab" providerId="ADAL" clId="{64684C17-4525-0D4F-A05C-DBFA98DB1BC6}" dt="2025-07-29T18:58:59.321" v="111" actId="403"/>
          <ac:spMkLst>
            <pc:docMk/>
            <pc:sldMk cId="1774942982" sldId="256"/>
            <ac:spMk id="87" creationId="{48B72E8C-5990-5C31-3985-512A6957C3D7}"/>
          </ac:spMkLst>
        </pc:spChg>
        <pc:spChg chg="mod">
          <ac:chgData name="Ahn, Jaerong" userId="c8368964-e57f-4c66-b435-f8c556244fab" providerId="ADAL" clId="{64684C17-4525-0D4F-A05C-DBFA98DB1BC6}" dt="2025-07-29T18:59:03.688" v="112" actId="403"/>
          <ac:spMkLst>
            <pc:docMk/>
            <pc:sldMk cId="1774942982" sldId="256"/>
            <ac:spMk id="88" creationId="{0CB18DE5-E0AC-3860-F642-7271425B1486}"/>
          </ac:spMkLst>
        </pc:spChg>
        <pc:spChg chg="mod">
          <ac:chgData name="Ahn, Jaerong" userId="c8368964-e57f-4c66-b435-f8c556244fab" providerId="ADAL" clId="{64684C17-4525-0D4F-A05C-DBFA98DB1BC6}" dt="2025-07-29T19:04:16.058" v="177" actId="1038"/>
          <ac:spMkLst>
            <pc:docMk/>
            <pc:sldMk cId="1774942982" sldId="256"/>
            <ac:spMk id="90" creationId="{9266441E-95B1-9651-807A-25D18C7F2054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1" creationId="{3B5E8938-1ABB-916F-151B-93876C4E6DF6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2" creationId="{AF4D4311-3474-ABF0-9E96-4FD1E8C4FED5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3" creationId="{08119EE2-488A-2EA6-F959-07FC2A2455F6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4" creationId="{D9705BFC-A0CC-EC5D-3DCA-527DAF5D2021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5" creationId="{639DC8DD-8B61-6279-9AE6-43EAAFFAFA85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6" creationId="{CD8C8111-6F0E-5A2F-49F3-124CFD256C9F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7" creationId="{0165B496-D61B-1BC5-BAC3-9FF355C41C51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8" creationId="{071FF27E-5D16-F70E-64F5-A4D76C2EDE62}"/>
          </ac:spMkLst>
        </pc:spChg>
        <pc:spChg chg="mod">
          <ac:chgData name="Ahn, Jaerong" userId="c8368964-e57f-4c66-b435-f8c556244fab" providerId="ADAL" clId="{64684C17-4525-0D4F-A05C-DBFA98DB1BC6}" dt="2025-07-29T19:03:58.127" v="167" actId="403"/>
          <ac:spMkLst>
            <pc:docMk/>
            <pc:sldMk cId="1774942982" sldId="256"/>
            <ac:spMk id="109" creationId="{6567E9BC-F890-5190-64B4-19BFB42254BB}"/>
          </ac:spMkLst>
        </pc:spChg>
        <pc:spChg chg="mod">
          <ac:chgData name="Ahn, Jaerong" userId="c8368964-e57f-4c66-b435-f8c556244fab" providerId="ADAL" clId="{64684C17-4525-0D4F-A05C-DBFA98DB1BC6}" dt="2025-07-29T19:21:24.150" v="334" actId="1076"/>
          <ac:spMkLst>
            <pc:docMk/>
            <pc:sldMk cId="1774942982" sldId="256"/>
            <ac:spMk id="113" creationId="{95790BD0-B755-321C-87CA-8803845461E9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16" creationId="{59DE866B-7912-0565-FB7E-0E36F416E601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20" creationId="{7366C218-57BD-C7A9-34AA-6F0F835BC1DC}"/>
          </ac:spMkLst>
        </pc:spChg>
        <pc:spChg chg="mod">
          <ac:chgData name="Ahn, Jaerong" userId="c8368964-e57f-4c66-b435-f8c556244fab" providerId="ADAL" clId="{64684C17-4525-0D4F-A05C-DBFA98DB1BC6}" dt="2025-07-29T19:20:53.274" v="332" actId="1076"/>
          <ac:spMkLst>
            <pc:docMk/>
            <pc:sldMk cId="1774942982" sldId="256"/>
            <ac:spMk id="127" creationId="{9009A05E-F938-DA6C-D5A5-D214A39DBD1F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28" creationId="{224009CA-DADB-1364-0099-A29F191A7E5E}"/>
          </ac:spMkLst>
        </pc:spChg>
        <pc:spChg chg="mod">
          <ac:chgData name="Ahn, Jaerong" userId="c8368964-e57f-4c66-b435-f8c556244fab" providerId="ADAL" clId="{64684C17-4525-0D4F-A05C-DBFA98DB1BC6}" dt="2025-07-29T19:18:40.937" v="324" actId="14100"/>
          <ac:spMkLst>
            <pc:docMk/>
            <pc:sldMk cId="1774942982" sldId="256"/>
            <ac:spMk id="130" creationId="{03EC9BFE-9483-4E4C-F57B-2067C83857AE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31" creationId="{D7F2E2C7-C47C-05DD-586E-74688C61D138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32" creationId="{D8C0C985-B93E-5F39-9A95-7BC2EAFCA63F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35" creationId="{97B0A038-C63A-ABD9-19AA-07E733BA5B02}"/>
          </ac:spMkLst>
        </pc:spChg>
        <pc:spChg chg="mod">
          <ac:chgData name="Ahn, Jaerong" userId="c8368964-e57f-4c66-b435-f8c556244fab" providerId="ADAL" clId="{64684C17-4525-0D4F-A05C-DBFA98DB1BC6}" dt="2025-07-29T19:14:28.591" v="302" actId="1076"/>
          <ac:spMkLst>
            <pc:docMk/>
            <pc:sldMk cId="1774942982" sldId="256"/>
            <ac:spMk id="147" creationId="{9F69D4A0-2EC4-5633-1D08-2545B2BB5D49}"/>
          </ac:spMkLst>
        </pc:spChg>
        <pc:spChg chg="mod">
          <ac:chgData name="Ahn, Jaerong" userId="c8368964-e57f-4c66-b435-f8c556244fab" providerId="ADAL" clId="{64684C17-4525-0D4F-A05C-DBFA98DB1BC6}" dt="2025-07-29T19:05:32.790" v="191" actId="1036"/>
          <ac:spMkLst>
            <pc:docMk/>
            <pc:sldMk cId="1774942982" sldId="256"/>
            <ac:spMk id="148" creationId="{A954D971-2731-3288-C0C1-6D5442AC001C}"/>
          </ac:spMkLst>
        </pc:spChg>
        <pc:spChg chg="mod">
          <ac:chgData name="Ahn, Jaerong" userId="c8368964-e57f-4c66-b435-f8c556244fab" providerId="ADAL" clId="{64684C17-4525-0D4F-A05C-DBFA98DB1BC6}" dt="2025-07-29T18:58:14.873" v="101" actId="1036"/>
          <ac:spMkLst>
            <pc:docMk/>
            <pc:sldMk cId="1774942982" sldId="256"/>
            <ac:spMk id="153" creationId="{95268AED-7893-4524-B537-6BC2A8FC6F63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60" creationId="{A25ED2EF-D69A-9D21-3769-D2B9E22FFE27}"/>
          </ac:spMkLst>
        </pc:spChg>
        <pc:spChg chg="mod">
          <ac:chgData name="Ahn, Jaerong" userId="c8368964-e57f-4c66-b435-f8c556244fab" providerId="ADAL" clId="{64684C17-4525-0D4F-A05C-DBFA98DB1BC6}" dt="2025-07-29T19:04:51.821" v="182" actId="403"/>
          <ac:spMkLst>
            <pc:docMk/>
            <pc:sldMk cId="1774942982" sldId="256"/>
            <ac:spMk id="174" creationId="{C31672D1-C487-F4DE-D73B-AEC22FE6FAB0}"/>
          </ac:spMkLst>
        </pc:spChg>
        <pc:spChg chg="mod">
          <ac:chgData name="Ahn, Jaerong" userId="c8368964-e57f-4c66-b435-f8c556244fab" providerId="ADAL" clId="{64684C17-4525-0D4F-A05C-DBFA98DB1BC6}" dt="2025-07-29T18:58:14.873" v="101" actId="1036"/>
          <ac:spMkLst>
            <pc:docMk/>
            <pc:sldMk cId="1774942982" sldId="256"/>
            <ac:spMk id="176" creationId="{735FBA1B-F828-39C1-141A-0457B6D7FC96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80" creationId="{07EF0659-BC83-B4F7-FE16-09370AD567EF}"/>
          </ac:spMkLst>
        </pc:spChg>
        <pc:spChg chg="mod">
          <ac:chgData name="Ahn, Jaerong" userId="c8368964-e57f-4c66-b435-f8c556244fab" providerId="ADAL" clId="{64684C17-4525-0D4F-A05C-DBFA98DB1BC6}" dt="2025-07-29T18:58:14.873" v="101" actId="1036"/>
          <ac:spMkLst>
            <pc:docMk/>
            <pc:sldMk cId="1774942982" sldId="256"/>
            <ac:spMk id="181" creationId="{18A8294A-A2E1-1CC5-8453-68FFB9711821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82" creationId="{D5CD3EE5-85BA-2E63-6FB1-F671790F5F01}"/>
          </ac:spMkLst>
        </pc:spChg>
        <pc:spChg chg="mod">
          <ac:chgData name="Ahn, Jaerong" userId="c8368964-e57f-4c66-b435-f8c556244fab" providerId="ADAL" clId="{64684C17-4525-0D4F-A05C-DBFA98DB1BC6}" dt="2025-07-29T19:02:08.376" v="142" actId="20577"/>
          <ac:spMkLst>
            <pc:docMk/>
            <pc:sldMk cId="1774942982" sldId="256"/>
            <ac:spMk id="1061" creationId="{1CF645CA-C82B-6341-81BD-BF481B0912B3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086" creationId="{5C857DA3-EF5F-C225-8E26-2121954B3079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087" creationId="{96BD1C4E-D436-DFB5-BE73-AFF55AEFF59B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088" creationId="{C6527590-9701-A42F-9290-44923F9D139A}"/>
          </ac:spMkLst>
        </pc:spChg>
        <pc:spChg chg="mod">
          <ac:chgData name="Ahn, Jaerong" userId="c8368964-e57f-4c66-b435-f8c556244fab" providerId="ADAL" clId="{64684C17-4525-0D4F-A05C-DBFA98DB1BC6}" dt="2025-07-29T19:19:13.601" v="331" actId="1035"/>
          <ac:spMkLst>
            <pc:docMk/>
            <pc:sldMk cId="1774942982" sldId="256"/>
            <ac:spMk id="1100" creationId="{3FDB5B2F-521B-EC27-66D4-BA8E92A7FAD6}"/>
          </ac:spMkLst>
        </pc:spChg>
        <pc:spChg chg="mod">
          <ac:chgData name="Ahn, Jaerong" userId="c8368964-e57f-4c66-b435-f8c556244fab" providerId="ADAL" clId="{64684C17-4525-0D4F-A05C-DBFA98DB1BC6}" dt="2025-07-29T18:55:10.702" v="37" actId="404"/>
          <ac:spMkLst>
            <pc:docMk/>
            <pc:sldMk cId="1774942982" sldId="256"/>
            <ac:spMk id="1101" creationId="{12ECF71A-DDA2-BEAC-108A-1C4E6FD6B807}"/>
          </ac:spMkLst>
        </pc:spChg>
        <pc:spChg chg="mod">
          <ac:chgData name="Ahn, Jaerong" userId="c8368964-e57f-4c66-b435-f8c556244fab" providerId="ADAL" clId="{64684C17-4525-0D4F-A05C-DBFA98DB1BC6}" dt="2025-07-29T19:19:08.959" v="327" actId="1036"/>
          <ac:spMkLst>
            <pc:docMk/>
            <pc:sldMk cId="1774942982" sldId="256"/>
            <ac:spMk id="1102" creationId="{5A04314E-C78A-4981-06A1-8AD1221680AE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105" creationId="{D9580338-0CE4-0FD7-6E94-0EDE3FA0FD10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113" creationId="{991C3CF4-2B0B-354E-3BD9-86F588404892}"/>
          </ac:spMkLst>
        </pc:spChg>
        <pc:spChg chg="mod">
          <ac:chgData name="Ahn, Jaerong" userId="c8368964-e57f-4c66-b435-f8c556244fab" providerId="ADAL" clId="{64684C17-4525-0D4F-A05C-DBFA98DB1BC6}" dt="2025-07-29T19:00:22.014" v="132" actId="1035"/>
          <ac:spMkLst>
            <pc:docMk/>
            <pc:sldMk cId="1774942982" sldId="256"/>
            <ac:spMk id="1114" creationId="{89C219DB-C6A2-3244-2E24-EDF050C09620}"/>
          </ac:spMkLst>
        </pc:spChg>
        <pc:grpChg chg="add mod">
          <ac:chgData name="Ahn, Jaerong" userId="c8368964-e57f-4c66-b435-f8c556244fab" providerId="ADAL" clId="{64684C17-4525-0D4F-A05C-DBFA98DB1BC6}" dt="2025-07-29T19:10:37.687" v="268" actId="1076"/>
          <ac:grpSpMkLst>
            <pc:docMk/>
            <pc:sldMk cId="1774942982" sldId="256"/>
            <ac:grpSpMk id="5" creationId="{3B641584-6E9E-F3FD-B1EA-9B87582FAEE3}"/>
          </ac:grpSpMkLst>
        </pc:grpChg>
        <pc:grpChg chg="add mod">
          <ac:chgData name="Ahn, Jaerong" userId="c8368964-e57f-4c66-b435-f8c556244fab" providerId="ADAL" clId="{64684C17-4525-0D4F-A05C-DBFA98DB1BC6}" dt="2025-07-29T19:11:31.355" v="275" actId="1076"/>
          <ac:grpSpMkLst>
            <pc:docMk/>
            <pc:sldMk cId="1774942982" sldId="256"/>
            <ac:grpSpMk id="6" creationId="{699B1352-4C24-E904-42AD-1F11BF9635D0}"/>
          </ac:grpSpMkLst>
        </pc:grpChg>
        <pc:grpChg chg="add mod">
          <ac:chgData name="Ahn, Jaerong" userId="c8368964-e57f-4c66-b435-f8c556244fab" providerId="ADAL" clId="{64684C17-4525-0D4F-A05C-DBFA98DB1BC6}" dt="2025-07-29T19:11:53.288" v="277" actId="1076"/>
          <ac:grpSpMkLst>
            <pc:docMk/>
            <pc:sldMk cId="1774942982" sldId="256"/>
            <ac:grpSpMk id="7" creationId="{EFB799FC-A58A-44CD-C9CC-36AB6D8448C0}"/>
          </ac:grpSpMkLst>
        </pc:grpChg>
        <pc:grpChg chg="mod">
          <ac:chgData name="Ahn, Jaerong" userId="c8368964-e57f-4c66-b435-f8c556244fab" providerId="ADAL" clId="{64684C17-4525-0D4F-A05C-DBFA98DB1BC6}" dt="2025-07-29T19:12:22.806" v="286" actId="1076"/>
          <ac:grpSpMkLst>
            <pc:docMk/>
            <pc:sldMk cId="1774942982" sldId="256"/>
            <ac:grpSpMk id="46" creationId="{777CDAE6-DC69-F7B8-8958-208BA783BC48}"/>
          </ac:grpSpMkLst>
        </pc:grpChg>
        <pc:grpChg chg="mod">
          <ac:chgData name="Ahn, Jaerong" userId="c8368964-e57f-4c66-b435-f8c556244fab" providerId="ADAL" clId="{64684C17-4525-0D4F-A05C-DBFA98DB1BC6}" dt="2025-07-29T19:07:59.194" v="220" actId="1038"/>
          <ac:grpSpMkLst>
            <pc:docMk/>
            <pc:sldMk cId="1774942982" sldId="256"/>
            <ac:grpSpMk id="48" creationId="{9C755C3D-8F6E-93DB-D1C8-D9521A7F1787}"/>
          </ac:grpSpMkLst>
        </pc:grpChg>
        <pc:grpChg chg="mod">
          <ac:chgData name="Ahn, Jaerong" userId="c8368964-e57f-4c66-b435-f8c556244fab" providerId="ADAL" clId="{64684C17-4525-0D4F-A05C-DBFA98DB1BC6}" dt="2025-07-29T19:18:22.564" v="322" actId="1076"/>
          <ac:grpSpMkLst>
            <pc:docMk/>
            <pc:sldMk cId="1774942982" sldId="256"/>
            <ac:grpSpMk id="49" creationId="{3F170328-6BDA-F72C-0695-F1A2F1BFD10F}"/>
          </ac:grpSpMkLst>
        </pc:grpChg>
        <pc:grpChg chg="mod">
          <ac:chgData name="Ahn, Jaerong" userId="c8368964-e57f-4c66-b435-f8c556244fab" providerId="ADAL" clId="{64684C17-4525-0D4F-A05C-DBFA98DB1BC6}" dt="2025-07-29T18:57:50.040" v="91" actId="1036"/>
          <ac:grpSpMkLst>
            <pc:docMk/>
            <pc:sldMk cId="1774942982" sldId="256"/>
            <ac:grpSpMk id="1099" creationId="{97F50FDD-57EC-6CC5-7CCA-CA451D4598FA}"/>
          </ac:grpSpMkLst>
        </pc:grpChg>
        <pc:picChg chg="mod">
          <ac:chgData name="Ahn, Jaerong" userId="c8368964-e57f-4c66-b435-f8c556244fab" providerId="ADAL" clId="{64684C17-4525-0D4F-A05C-DBFA98DB1BC6}" dt="2025-07-29T19:08:54.647" v="235" actId="1038"/>
          <ac:picMkLst>
            <pc:docMk/>
            <pc:sldMk cId="1774942982" sldId="256"/>
            <ac:picMk id="94" creationId="{D4D08178-99DD-155B-95EB-143B6B30BDAE}"/>
          </ac:picMkLst>
        </pc:picChg>
        <pc:picChg chg="mod">
          <ac:chgData name="Ahn, Jaerong" userId="c8368964-e57f-4c66-b435-f8c556244fab" providerId="ADAL" clId="{64684C17-4525-0D4F-A05C-DBFA98DB1BC6}" dt="2025-07-29T19:14:20.306" v="300" actId="1076"/>
          <ac:picMkLst>
            <pc:docMk/>
            <pc:sldMk cId="1774942982" sldId="256"/>
            <ac:picMk id="136" creationId="{E6A46FE6-B2C3-2DCB-EB4C-8F04C7E6382B}"/>
          </ac:picMkLst>
        </pc:picChg>
        <pc:picChg chg="mod">
          <ac:chgData name="Ahn, Jaerong" userId="c8368964-e57f-4c66-b435-f8c556244fab" providerId="ADAL" clId="{64684C17-4525-0D4F-A05C-DBFA98DB1BC6}" dt="2025-07-29T19:14:08.705" v="297" actId="1076"/>
          <ac:picMkLst>
            <pc:docMk/>
            <pc:sldMk cId="1774942982" sldId="256"/>
            <ac:picMk id="142" creationId="{726FD1C2-DD9C-05B1-54FB-A43E63C2ECA5}"/>
          </ac:picMkLst>
        </pc:picChg>
        <pc:picChg chg="mod">
          <ac:chgData name="Ahn, Jaerong" userId="c8368964-e57f-4c66-b435-f8c556244fab" providerId="ADAL" clId="{64684C17-4525-0D4F-A05C-DBFA98DB1BC6}" dt="2025-07-29T19:16:54.164" v="320" actId="14100"/>
          <ac:picMkLst>
            <pc:docMk/>
            <pc:sldMk cId="1774942982" sldId="256"/>
            <ac:picMk id="146" creationId="{1994A9D6-814C-4A2E-0758-D50BE00B7589}"/>
          </ac:picMkLst>
        </pc:picChg>
        <pc:picChg chg="mod">
          <ac:chgData name="Ahn, Jaerong" userId="c8368964-e57f-4c66-b435-f8c556244fab" providerId="ADAL" clId="{64684C17-4525-0D4F-A05C-DBFA98DB1BC6}" dt="2025-07-29T18:55:35.169" v="51" actId="1036"/>
          <ac:picMkLst>
            <pc:docMk/>
            <pc:sldMk cId="1774942982" sldId="256"/>
            <ac:picMk id="163" creationId="{0E759D13-BB57-901A-6D29-1466BAB5B301}"/>
          </ac:picMkLst>
        </pc:picChg>
        <pc:picChg chg="mod">
          <ac:chgData name="Ahn, Jaerong" userId="c8368964-e57f-4c66-b435-f8c556244fab" providerId="ADAL" clId="{64684C17-4525-0D4F-A05C-DBFA98DB1BC6}" dt="2025-07-29T18:58:23.273" v="109" actId="1035"/>
          <ac:picMkLst>
            <pc:docMk/>
            <pc:sldMk cId="1774942982" sldId="256"/>
            <ac:picMk id="165" creationId="{010D1A38-14D8-D98B-362D-B0B16741CD2D}"/>
          </ac:picMkLst>
        </pc:picChg>
        <pc:picChg chg="mod">
          <ac:chgData name="Ahn, Jaerong" userId="c8368964-e57f-4c66-b435-f8c556244fab" providerId="ADAL" clId="{64684C17-4525-0D4F-A05C-DBFA98DB1BC6}" dt="2025-07-29T19:16:54.617" v="321" actId="1036"/>
          <ac:picMkLst>
            <pc:docMk/>
            <pc:sldMk cId="1774942982" sldId="256"/>
            <ac:picMk id="1111" creationId="{6F54C5FC-F49D-24D7-66BF-AB0BCBFAEE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EAFFE-ECBF-AC46-A364-CBA18F545FAE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76438" y="1143000"/>
            <a:ext cx="2905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D5DC2-171B-9E4E-888F-ABD9B05A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2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5D5DC2-171B-9E4E-888F-ABD9B05A2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7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272011"/>
            <a:ext cx="6217920" cy="2705947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82310"/>
            <a:ext cx="5486400" cy="187653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4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2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937705"/>
            <a:ext cx="6309360" cy="323310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5201393"/>
            <a:ext cx="6309360" cy="1700212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5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069042"/>
            <a:ext cx="310896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069042"/>
            <a:ext cx="310896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8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13810"/>
            <a:ext cx="630936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905318"/>
            <a:ext cx="3094672" cy="93376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839085"/>
            <a:ext cx="309467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905318"/>
            <a:ext cx="3109913" cy="933767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839085"/>
            <a:ext cx="3109913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1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5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82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18160"/>
            <a:ext cx="2359342" cy="18135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119083"/>
            <a:ext cx="3703320" cy="5523442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331720"/>
            <a:ext cx="2359342" cy="431980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5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18160"/>
            <a:ext cx="2359342" cy="18135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119083"/>
            <a:ext cx="3703320" cy="5523442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331720"/>
            <a:ext cx="2359342" cy="431980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4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0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413808"/>
            <a:ext cx="1577340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413808"/>
            <a:ext cx="4640580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9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413810"/>
            <a:ext cx="630936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069042"/>
            <a:ext cx="630936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7203865"/>
            <a:ext cx="16459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B97EB-5179-DD4B-841E-1690083C9A18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7203865"/>
            <a:ext cx="24688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7203865"/>
            <a:ext cx="16459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B00A9-5810-1146-A179-FCF572556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14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C9CA91-B1C0-1F59-79F5-1454D7AD857A}"/>
              </a:ext>
            </a:extLst>
          </p:cNvPr>
          <p:cNvGrpSpPr/>
          <p:nvPr/>
        </p:nvGrpSpPr>
        <p:grpSpPr>
          <a:xfrm>
            <a:off x="706582" y="556133"/>
            <a:ext cx="5493573" cy="4309710"/>
            <a:chOff x="706582" y="556133"/>
            <a:chExt cx="5493573" cy="430971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FF056BCE-A34B-8F1B-B90D-495D53CB3AB4}"/>
                </a:ext>
              </a:extLst>
            </p:cNvPr>
            <p:cNvSpPr>
              <a:spLocks/>
            </p:cNvSpPr>
            <p:nvPr/>
          </p:nvSpPr>
          <p:spPr>
            <a:xfrm>
              <a:off x="706582" y="556133"/>
              <a:ext cx="5486117" cy="1154029"/>
            </a:xfrm>
            <a:prstGeom prst="roundRect">
              <a:avLst>
                <a:gd name="adj" fmla="val 6393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800" b="1" dirty="0">
                  <a:solidFill>
                    <a:schemeClr val="tx2">
                      <a:lumMod val="50000"/>
                    </a:schemeClr>
                  </a:solidFill>
                </a:rPr>
                <a:t>1. Task formulation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900D999D-9838-A7F1-E010-F16FB681E19A}"/>
                </a:ext>
              </a:extLst>
            </p:cNvPr>
            <p:cNvSpPr>
              <a:spLocks/>
            </p:cNvSpPr>
            <p:nvPr/>
          </p:nvSpPr>
          <p:spPr>
            <a:xfrm>
              <a:off x="796072" y="788781"/>
              <a:ext cx="1493646" cy="837120"/>
            </a:xfrm>
            <a:prstGeom prst="roundRect">
              <a:avLst>
                <a:gd name="adj" fmla="val 11460"/>
              </a:avLst>
            </a:prstGeom>
            <a:ln>
              <a:noFill/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675" dirty="0" err="1">
                  <a:solidFill>
                    <a:schemeClr val="tx2">
                      <a:lumMod val="50000"/>
                    </a:schemeClr>
                  </a:solidFill>
                </a:rPr>
                <a:t>SDoH</a:t>
              </a:r>
              <a:r>
                <a:rPr lang="en-US" sz="675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2">
                      <a:lumMod val="50000"/>
                    </a:schemeClr>
                  </a:solidFill>
                </a:rPr>
                <a:t>category</a:t>
              </a:r>
              <a:r>
                <a:rPr lang="en-US" sz="675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2">
                      <a:lumMod val="50000"/>
                    </a:schemeClr>
                  </a:solidFill>
                </a:rPr>
                <a:t>definition</a:t>
              </a:r>
              <a:endParaRPr lang="en-US" sz="675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AD42FA8-C696-38A5-12CB-289C159F230D}"/>
                </a:ext>
              </a:extLst>
            </p:cNvPr>
            <p:cNvSpPr/>
            <p:nvPr/>
          </p:nvSpPr>
          <p:spPr>
            <a:xfrm>
              <a:off x="2348681" y="788781"/>
              <a:ext cx="3720003" cy="837120"/>
            </a:xfrm>
            <a:prstGeom prst="roundRect">
              <a:avLst>
                <a:gd name="adj" fmla="val 11460"/>
              </a:avLst>
            </a:prstGeom>
            <a:ln>
              <a:noFill/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675" dirty="0">
                  <a:solidFill>
                    <a:schemeClr val="tx2">
                      <a:lumMod val="50000"/>
                    </a:schemeClr>
                  </a:solidFill>
                </a:rPr>
                <a:t>Clinical </a:t>
              </a:r>
              <a:r>
                <a:rPr lang="en-US" sz="700" dirty="0">
                  <a:solidFill>
                    <a:schemeClr val="tx2">
                      <a:lumMod val="50000"/>
                    </a:schemeClr>
                  </a:solidFill>
                </a:rPr>
                <a:t>document</a:t>
              </a:r>
              <a:r>
                <a:rPr lang="en-US" sz="675" dirty="0">
                  <a:solidFill>
                    <a:schemeClr val="tx2">
                      <a:lumMod val="50000"/>
                    </a:schemeClr>
                  </a:solidFill>
                </a:rPr>
                <a:t> retrieval</a:t>
              </a:r>
            </a:p>
          </p:txBody>
        </p:sp>
        <p:sp>
          <p:nvSpPr>
            <p:cNvPr id="14" name="Google Shape;497;p56">
              <a:extLst>
                <a:ext uri="{FF2B5EF4-FFF2-40B4-BE49-F238E27FC236}">
                  <a16:creationId xmlns:a16="http://schemas.microsoft.com/office/drawing/2014/main" id="{EDEE3934-B412-C943-1C09-79F2EA0EE02D}"/>
                </a:ext>
              </a:extLst>
            </p:cNvPr>
            <p:cNvSpPr txBox="1"/>
            <p:nvPr/>
          </p:nvSpPr>
          <p:spPr>
            <a:xfrm>
              <a:off x="2774901" y="1400788"/>
              <a:ext cx="513507" cy="9148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>
                <a:defRPr sz="800"/>
              </a:lvl1pPr>
            </a:lstStyle>
            <a:p>
              <a:pPr algn="ctr"/>
              <a:r>
                <a:rPr lang="en-US" sz="600" dirty="0">
                  <a:solidFill>
                    <a:schemeClr val="tx2">
                      <a:lumMod val="50000"/>
                    </a:schemeClr>
                  </a:solidFill>
                  <a:sym typeface="Arial"/>
                </a:rPr>
                <a:t>EHRs</a:t>
              </a:r>
              <a:endParaRPr sz="600" dirty="0">
                <a:solidFill>
                  <a:schemeClr val="tx2">
                    <a:lumMod val="50000"/>
                  </a:schemeClr>
                </a:solidFill>
                <a:sym typeface="Arial"/>
              </a:endParaRPr>
            </a:p>
          </p:txBody>
        </p:sp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72E6D18E-9722-C9F5-7F50-F2670FEB84EE}"/>
                </a:ext>
              </a:extLst>
            </p:cNvPr>
            <p:cNvSpPr/>
            <p:nvPr/>
          </p:nvSpPr>
          <p:spPr>
            <a:xfrm>
              <a:off x="4186883" y="1137006"/>
              <a:ext cx="79804" cy="78478"/>
            </a:xfrm>
            <a:prstGeom prst="rightArrow">
              <a:avLst/>
            </a:prstGeom>
            <a:solidFill>
              <a:schemeClr val="tx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">
                <a:solidFill>
                  <a:schemeClr val="tx2">
                    <a:lumMod val="50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9E6157F1-C3E3-947D-5323-A83A76EC82B2}"/>
                </a:ext>
              </a:extLst>
            </p:cNvPr>
            <p:cNvSpPr/>
            <p:nvPr/>
          </p:nvSpPr>
          <p:spPr>
            <a:xfrm>
              <a:off x="4180303" y="1411586"/>
              <a:ext cx="79804" cy="78478"/>
            </a:xfrm>
            <a:prstGeom prst="rightArrow">
              <a:avLst/>
            </a:prstGeom>
            <a:solidFill>
              <a:schemeClr val="tx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">
                <a:solidFill>
                  <a:schemeClr val="tx2">
                    <a:lumMod val="50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ACCEA4E-2EB3-0F03-6B9D-63535A6BF23E}"/>
                </a:ext>
              </a:extLst>
            </p:cNvPr>
            <p:cNvSpPr/>
            <p:nvPr/>
          </p:nvSpPr>
          <p:spPr>
            <a:xfrm>
              <a:off x="3301014" y="1052373"/>
              <a:ext cx="829612" cy="218712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500" dirty="0">
                  <a:solidFill>
                    <a:schemeClr val="tx2">
                      <a:lumMod val="50000"/>
                    </a:schemeClr>
                  </a:solidFill>
                </a:rPr>
                <a:t>Structured screening</a:t>
              </a:r>
            </a:p>
            <a:p>
              <a:pPr algn="ctr"/>
              <a:r>
                <a:rPr lang="en-US" sz="500" dirty="0">
                  <a:solidFill>
                    <a:schemeClr val="tx2">
                      <a:lumMod val="50000"/>
                    </a:schemeClr>
                  </a:solidFill>
                </a:rPr>
                <a:t>e.g., ICD, CPT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5D06EEF-FBAB-54B0-56C3-4062F634C44C}"/>
                </a:ext>
              </a:extLst>
            </p:cNvPr>
            <p:cNvSpPr/>
            <p:nvPr/>
          </p:nvSpPr>
          <p:spPr>
            <a:xfrm>
              <a:off x="3300756" y="1333949"/>
              <a:ext cx="829612" cy="218712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500" dirty="0">
                  <a:solidFill>
                    <a:schemeClr val="tx2">
                      <a:lumMod val="50000"/>
                    </a:schemeClr>
                  </a:solidFill>
                </a:rPr>
                <a:t>Unstructured screening</a:t>
              </a:r>
            </a:p>
            <a:p>
              <a:pPr algn="ctr"/>
              <a:r>
                <a:rPr lang="en-US" sz="500" dirty="0">
                  <a:solidFill>
                    <a:schemeClr val="tx2">
                      <a:lumMod val="50000"/>
                    </a:schemeClr>
                  </a:solidFill>
                </a:rPr>
                <a:t>e.g., text search</a:t>
              </a:r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B83A49EC-07A5-8F2C-B77D-05F9F40B00CB}"/>
                </a:ext>
              </a:extLst>
            </p:cNvPr>
            <p:cNvSpPr/>
            <p:nvPr/>
          </p:nvSpPr>
          <p:spPr>
            <a:xfrm>
              <a:off x="3175224" y="1224039"/>
              <a:ext cx="79804" cy="78478"/>
            </a:xfrm>
            <a:prstGeom prst="rightArrow">
              <a:avLst/>
            </a:prstGeom>
            <a:solidFill>
              <a:schemeClr val="tx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">
                <a:solidFill>
                  <a:schemeClr val="tx2">
                    <a:lumMod val="50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17313829-B85C-3502-8BFB-03435B6BF730}"/>
                </a:ext>
              </a:extLst>
            </p:cNvPr>
            <p:cNvSpPr/>
            <p:nvPr/>
          </p:nvSpPr>
          <p:spPr>
            <a:xfrm>
              <a:off x="2769233" y="1225458"/>
              <a:ext cx="79804" cy="78478"/>
            </a:xfrm>
            <a:prstGeom prst="rightArrow">
              <a:avLst/>
            </a:prstGeom>
            <a:solidFill>
              <a:schemeClr val="tx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">
                <a:solidFill>
                  <a:schemeClr val="tx2">
                    <a:lumMod val="50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5FDCC623-4458-C135-9274-2BF1A4937E4D}"/>
                </a:ext>
              </a:extLst>
            </p:cNvPr>
            <p:cNvSpPr/>
            <p:nvPr/>
          </p:nvSpPr>
          <p:spPr>
            <a:xfrm>
              <a:off x="4869611" y="1125532"/>
              <a:ext cx="623299" cy="291105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600" dirty="0">
                  <a:solidFill>
                    <a:schemeClr val="tx2">
                      <a:lumMod val="50000"/>
                    </a:schemeClr>
                  </a:solidFill>
                </a:rPr>
                <a:t>Electronic data retrieval via SQL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99B1352-4C24-E904-42AD-1F11BF9635D0}"/>
                </a:ext>
              </a:extLst>
            </p:cNvPr>
            <p:cNvGrpSpPr/>
            <p:nvPr/>
          </p:nvGrpSpPr>
          <p:grpSpPr>
            <a:xfrm>
              <a:off x="832911" y="1048804"/>
              <a:ext cx="558463" cy="444780"/>
              <a:chOff x="746350" y="1054611"/>
              <a:chExt cx="558463" cy="444780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70D11B7A-45B1-95BD-32F7-04D750B49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V="1">
                <a:off x="879028" y="1054611"/>
                <a:ext cx="293108" cy="293108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089817-8F38-7FE1-E843-11653C653B9E}"/>
                  </a:ext>
                </a:extLst>
              </p:cNvPr>
              <p:cNvSpPr txBox="1"/>
              <p:nvPr/>
            </p:nvSpPr>
            <p:spPr>
              <a:xfrm>
                <a:off x="746350" y="1398761"/>
                <a:ext cx="558463" cy="1006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700"/>
                </a:lvl1pPr>
              </a:lstStyle>
              <a:p>
                <a:pPr algn="ctr"/>
                <a:r>
                  <a:rPr lang="en-US" sz="600" dirty="0"/>
                  <a:t>Ontology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F170328-6BDA-F72C-0695-F1A2F1BFD10F}"/>
                </a:ext>
              </a:extLst>
            </p:cNvPr>
            <p:cNvGrpSpPr/>
            <p:nvPr/>
          </p:nvGrpSpPr>
          <p:grpSpPr>
            <a:xfrm>
              <a:off x="1269304" y="1061522"/>
              <a:ext cx="558463" cy="456699"/>
              <a:chOff x="1312315" y="619321"/>
              <a:chExt cx="512416" cy="41904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5CBA0E-92E9-806F-8FD4-63549E5FD707}"/>
                  </a:ext>
                </a:extLst>
              </p:cNvPr>
              <p:cNvSpPr txBox="1"/>
              <p:nvPr/>
            </p:nvSpPr>
            <p:spPr>
              <a:xfrm>
                <a:off x="1312315" y="897164"/>
                <a:ext cx="512416" cy="1411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700"/>
                </a:lvl1pPr>
              </a:lstStyle>
              <a:p>
                <a:pPr algn="ctr"/>
                <a:r>
                  <a:rPr lang="en-US" sz="500" dirty="0"/>
                  <a:t>Literature</a:t>
                </a:r>
              </a:p>
              <a:p>
                <a:pPr algn="ctr"/>
                <a:r>
                  <a:rPr lang="en-US" sz="500" dirty="0"/>
                  <a:t> review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75F78ABE-59A7-7230-96B0-EA3938D627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9117" y="619321"/>
                <a:ext cx="239632" cy="239632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641584-6E9E-F3FD-B1EA-9B87582FAEE3}"/>
                </a:ext>
              </a:extLst>
            </p:cNvPr>
            <p:cNvGrpSpPr/>
            <p:nvPr/>
          </p:nvGrpSpPr>
          <p:grpSpPr>
            <a:xfrm>
              <a:off x="1759538" y="1034492"/>
              <a:ext cx="513507" cy="411733"/>
              <a:chOff x="1634792" y="1050381"/>
              <a:chExt cx="513507" cy="411733"/>
            </a:xfrm>
          </p:grpSpPr>
          <p:sp>
            <p:nvSpPr>
              <p:cNvPr id="8" name="Google Shape;497;p56">
                <a:extLst>
                  <a:ext uri="{FF2B5EF4-FFF2-40B4-BE49-F238E27FC236}">
                    <a16:creationId xmlns:a16="http://schemas.microsoft.com/office/drawing/2014/main" id="{1BA60402-4A13-1C11-A340-FDA94DBD49C4}"/>
                  </a:ext>
                </a:extLst>
              </p:cNvPr>
              <p:cNvSpPr txBox="1"/>
              <p:nvPr/>
            </p:nvSpPr>
            <p:spPr>
              <a:xfrm>
                <a:off x="1634792" y="1385170"/>
                <a:ext cx="513507" cy="7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sz="500" dirty="0">
                    <a:solidFill>
                      <a:schemeClr val="tx2">
                        <a:lumMod val="50000"/>
                      </a:schemeClr>
                    </a:solidFill>
                    <a:sym typeface="Arial"/>
                  </a:rPr>
                  <a:t>Domain experts</a:t>
                </a:r>
                <a:endParaRPr sz="500" dirty="0">
                  <a:solidFill>
                    <a:schemeClr val="tx2">
                      <a:lumMod val="50000"/>
                    </a:schemeClr>
                  </a:solidFill>
                  <a:sym typeface="Arial"/>
                </a:endParaRPr>
              </a:p>
            </p:txBody>
          </p: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99F488DB-694B-D958-DA93-50A1CE77C0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7548" y="1050381"/>
                <a:ext cx="307993" cy="307993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B799FC-A58A-44CD-C9CC-36AB6D8448C0}"/>
                </a:ext>
              </a:extLst>
            </p:cNvPr>
            <p:cNvGrpSpPr/>
            <p:nvPr/>
          </p:nvGrpSpPr>
          <p:grpSpPr>
            <a:xfrm>
              <a:off x="2369852" y="1083899"/>
              <a:ext cx="426964" cy="495992"/>
              <a:chOff x="2348681" y="1071864"/>
              <a:chExt cx="426964" cy="49599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A24789F-534E-5769-C4A1-024E3E00FD90}"/>
                  </a:ext>
                </a:extLst>
              </p:cNvPr>
              <p:cNvSpPr txBox="1"/>
              <p:nvPr/>
            </p:nvSpPr>
            <p:spPr>
              <a:xfrm>
                <a:off x="2348681" y="1366595"/>
                <a:ext cx="426964" cy="2012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600" dirty="0"/>
                  <a:t>Screening query</a:t>
                </a:r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A583C2EA-8338-5502-62E1-2F8AAFA095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6095" y="1071864"/>
                <a:ext cx="269536" cy="269536"/>
              </a:xfrm>
              <a:prstGeom prst="rect">
                <a:avLst/>
              </a:prstGeom>
            </p:spPr>
          </p:pic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1479F26-0972-9CDE-841C-5EF10381B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10000" y="1134794"/>
              <a:ext cx="237706" cy="237706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C755C3D-8F6E-93DB-D1C8-D9521A7F1787}"/>
                </a:ext>
              </a:extLst>
            </p:cNvPr>
            <p:cNvGrpSpPr/>
            <p:nvPr/>
          </p:nvGrpSpPr>
          <p:grpSpPr>
            <a:xfrm>
              <a:off x="5584865" y="952179"/>
              <a:ext cx="455782" cy="578814"/>
              <a:chOff x="5790097" y="504054"/>
              <a:chExt cx="400534" cy="48415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7DD9AE6-F025-FD1B-C7D3-F57B3C37398D}"/>
                  </a:ext>
                </a:extLst>
              </p:cNvPr>
              <p:cNvSpPr txBox="1"/>
              <p:nvPr/>
            </p:nvSpPr>
            <p:spPr>
              <a:xfrm>
                <a:off x="5790097" y="756511"/>
                <a:ext cx="400534" cy="2317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600" dirty="0">
                    <a:solidFill>
                      <a:schemeClr val="tx2">
                        <a:lumMod val="50000"/>
                      </a:schemeClr>
                    </a:solidFill>
                  </a:rPr>
                  <a:t>Clinical documents (n=1,990)</a:t>
                </a:r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8922FD2C-9E58-A963-190F-576DDD410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89349" y="504054"/>
                <a:ext cx="202029" cy="202029"/>
              </a:xfrm>
              <a:prstGeom prst="rect">
                <a:avLst/>
              </a:prstGeom>
            </p:spPr>
          </p:pic>
        </p:grp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1604E3C2-6B34-9186-5C21-7C7FE1A14521}"/>
                </a:ext>
              </a:extLst>
            </p:cNvPr>
            <p:cNvSpPr/>
            <p:nvPr/>
          </p:nvSpPr>
          <p:spPr>
            <a:xfrm>
              <a:off x="5535910" y="1231956"/>
              <a:ext cx="79804" cy="78478"/>
            </a:xfrm>
            <a:prstGeom prst="rightArrow">
              <a:avLst/>
            </a:prstGeom>
            <a:solidFill>
              <a:schemeClr val="tx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">
                <a:solidFill>
                  <a:schemeClr val="tx2">
                    <a:lumMod val="50000"/>
                  </a:schemeClr>
                </a:solidFill>
                <a:latin typeface="Times" pitchFamily="2" charset="0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77CDAE6-DC69-F7B8-8958-208BA783BC48}"/>
                </a:ext>
              </a:extLst>
            </p:cNvPr>
            <p:cNvGrpSpPr/>
            <p:nvPr/>
          </p:nvGrpSpPr>
          <p:grpSpPr>
            <a:xfrm>
              <a:off x="4255284" y="867327"/>
              <a:ext cx="513507" cy="654288"/>
              <a:chOff x="4147969" y="426833"/>
              <a:chExt cx="471166" cy="600340"/>
            </a:xfrm>
          </p:grpSpPr>
          <p:sp>
            <p:nvSpPr>
              <p:cNvPr id="25" name="Google Shape;497;p56">
                <a:extLst>
                  <a:ext uri="{FF2B5EF4-FFF2-40B4-BE49-F238E27FC236}">
                    <a16:creationId xmlns:a16="http://schemas.microsoft.com/office/drawing/2014/main" id="{0BE601D8-CD1E-2DB2-0D93-F4FC11073DF0}"/>
                  </a:ext>
                </a:extLst>
              </p:cNvPr>
              <p:cNvSpPr txBox="1"/>
              <p:nvPr/>
            </p:nvSpPr>
            <p:spPr>
              <a:xfrm>
                <a:off x="4147969" y="773013"/>
                <a:ext cx="471166" cy="2541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sz="600" dirty="0">
                    <a:solidFill>
                      <a:schemeClr val="tx2">
                        <a:lumMod val="50000"/>
                      </a:schemeClr>
                    </a:solidFill>
                    <a:sym typeface="Arial"/>
                  </a:rPr>
                  <a:t>Cohort </a:t>
                </a:r>
              </a:p>
              <a:p>
                <a:pPr algn="ctr"/>
                <a:r>
                  <a:rPr lang="en-US" sz="600" dirty="0">
                    <a:solidFill>
                      <a:schemeClr val="tx2">
                        <a:lumMod val="50000"/>
                      </a:schemeClr>
                    </a:solidFill>
                    <a:sym typeface="Arial"/>
                  </a:rPr>
                  <a:t>Retrieval (n=64,874)</a:t>
                </a: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D38CFFC3-915D-667F-0E02-F94A55F8CC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24964" y="426833"/>
                <a:ext cx="310300" cy="310300"/>
              </a:xfrm>
              <a:prstGeom prst="rect">
                <a:avLst/>
              </a:prstGeom>
            </p:spPr>
          </p:pic>
        </p:grp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2314F7EF-07D2-371E-A9D3-41657FC4F96F}"/>
                </a:ext>
              </a:extLst>
            </p:cNvPr>
            <p:cNvSpPr/>
            <p:nvPr/>
          </p:nvSpPr>
          <p:spPr>
            <a:xfrm>
              <a:off x="4728889" y="1231955"/>
              <a:ext cx="79804" cy="78478"/>
            </a:xfrm>
            <a:prstGeom prst="rightArrow">
              <a:avLst/>
            </a:prstGeom>
            <a:solidFill>
              <a:schemeClr val="tx1"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">
                <a:solidFill>
                  <a:schemeClr val="tx2">
                    <a:lumMod val="50000"/>
                  </a:schemeClr>
                </a:solidFill>
                <a:latin typeface="Times" pitchFamily="2" charset="0"/>
              </a:endParaRPr>
            </a:p>
          </p:txBody>
        </p:sp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B4DF6AF0-1087-377C-1174-D715D643AA19}"/>
                </a:ext>
              </a:extLst>
            </p:cNvPr>
            <p:cNvGrpSpPr/>
            <p:nvPr/>
          </p:nvGrpSpPr>
          <p:grpSpPr>
            <a:xfrm>
              <a:off x="706583" y="1835891"/>
              <a:ext cx="5493572" cy="1505038"/>
              <a:chOff x="1348273" y="1819816"/>
              <a:chExt cx="4212290" cy="1143180"/>
            </a:xfrm>
          </p:grpSpPr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A954D971-2731-3288-C0C1-6D5442AC00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48273" y="1819816"/>
                <a:ext cx="4212290" cy="1143180"/>
              </a:xfrm>
              <a:prstGeom prst="roundRect">
                <a:avLst>
                  <a:gd name="adj" fmla="val 639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800" b="1" dirty="0">
                    <a:solidFill>
                      <a:schemeClr val="tx2">
                        <a:lumMod val="50000"/>
                      </a:schemeClr>
                    </a:solidFill>
                  </a:rPr>
                  <a:t>2. Keyword annotation</a:t>
                </a:r>
              </a:p>
            </p:txBody>
          </p: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285367C5-D078-4385-7367-BE84F2794646}"/>
                  </a:ext>
                </a:extLst>
              </p:cNvPr>
              <p:cNvGrpSpPr/>
              <p:nvPr/>
            </p:nvGrpSpPr>
            <p:grpSpPr>
              <a:xfrm>
                <a:off x="3004027" y="2025733"/>
                <a:ext cx="2466659" cy="862552"/>
                <a:chOff x="3655142" y="2827647"/>
                <a:chExt cx="2466659" cy="862552"/>
              </a:xfrm>
            </p:grpSpPr>
            <p:sp>
              <p:nvSpPr>
                <p:cNvPr id="51" name="Rounded Rectangle 50">
                  <a:extLst>
                    <a:ext uri="{FF2B5EF4-FFF2-40B4-BE49-F238E27FC236}">
                      <a16:creationId xmlns:a16="http://schemas.microsoft.com/office/drawing/2014/main" id="{0FA9E49F-C597-7C89-BC66-C6848CF8913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655142" y="2827647"/>
                  <a:ext cx="2455729" cy="862552"/>
                </a:xfrm>
                <a:prstGeom prst="roundRect">
                  <a:avLst>
                    <a:gd name="adj" fmla="val 11460"/>
                  </a:avLst>
                </a:prstGeom>
                <a:ln>
                  <a:noFill/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r>
                    <a:rPr lang="en-US" sz="700" dirty="0">
                      <a:solidFill>
                        <a:schemeClr val="tx2">
                          <a:lumMod val="50000"/>
                        </a:schemeClr>
                      </a:solidFill>
                    </a:rPr>
                    <a:t>Annotation</a:t>
                  </a:r>
                  <a:r>
                    <a:rPr lang="en-US" sz="675" dirty="0">
                      <a:solidFill>
                        <a:schemeClr val="tx2">
                          <a:lumMod val="50000"/>
                        </a:schemeClr>
                      </a:solidFill>
                    </a:rPr>
                    <a:t> production and adjudication</a:t>
                  </a:r>
                </a:p>
              </p:txBody>
            </p:sp>
            <p:pic>
              <p:nvPicPr>
                <p:cNvPr id="77" name="Graphic 76" descr="User with solid fill">
                  <a:extLst>
                    <a:ext uri="{FF2B5EF4-FFF2-40B4-BE49-F238E27FC236}">
                      <a16:creationId xmlns:a16="http://schemas.microsoft.com/office/drawing/2014/main" id="{B893648A-3CE6-1DD3-5B98-4DC896B125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46899" y="3121980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78" name="Graphic 77" descr="User with solid fill">
                  <a:extLst>
                    <a:ext uri="{FF2B5EF4-FFF2-40B4-BE49-F238E27FC236}">
                      <a16:creationId xmlns:a16="http://schemas.microsoft.com/office/drawing/2014/main" id="{EB482C30-63EA-762C-DA84-5051F742CE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47131" y="3244709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79" name="Graphic 78" descr="User with solid fill">
                  <a:extLst>
                    <a:ext uri="{FF2B5EF4-FFF2-40B4-BE49-F238E27FC236}">
                      <a16:creationId xmlns:a16="http://schemas.microsoft.com/office/drawing/2014/main" id="{A9928090-E8D1-167A-78A9-E01F786B30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46899" y="3367440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80" name="Graphic 79" descr="User with solid fill">
                  <a:extLst>
                    <a:ext uri="{FF2B5EF4-FFF2-40B4-BE49-F238E27FC236}">
                      <a16:creationId xmlns:a16="http://schemas.microsoft.com/office/drawing/2014/main" id="{49A43CF5-D1BC-E0BD-96AF-E06578563B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74680" y="3123450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81" name="Graphic 80" descr="User with solid fill">
                  <a:extLst>
                    <a:ext uri="{FF2B5EF4-FFF2-40B4-BE49-F238E27FC236}">
                      <a16:creationId xmlns:a16="http://schemas.microsoft.com/office/drawing/2014/main" id="{CD1C6CE5-188F-A32C-A66A-853B07F9BC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74914" y="3246179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82" name="Graphic 81" descr="User with solid fill">
                  <a:extLst>
                    <a:ext uri="{FF2B5EF4-FFF2-40B4-BE49-F238E27FC236}">
                      <a16:creationId xmlns:a16="http://schemas.microsoft.com/office/drawing/2014/main" id="{9372FDF8-3345-4395-CEDE-97397F0DC6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74680" y="3368910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83" name="Graphic 82" descr="User with solid fill">
                  <a:extLst>
                    <a:ext uri="{FF2B5EF4-FFF2-40B4-BE49-F238E27FC236}">
                      <a16:creationId xmlns:a16="http://schemas.microsoft.com/office/drawing/2014/main" id="{1FC7C38C-61A4-E587-8B67-35784E417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02462" y="3122555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84" name="Graphic 83" descr="User with solid fill">
                  <a:extLst>
                    <a:ext uri="{FF2B5EF4-FFF2-40B4-BE49-F238E27FC236}">
                      <a16:creationId xmlns:a16="http://schemas.microsoft.com/office/drawing/2014/main" id="{996E567F-2176-1C68-7E15-1B788F4102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02695" y="3245286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85" name="Graphic 84" descr="User with solid fill">
                  <a:extLst>
                    <a:ext uri="{FF2B5EF4-FFF2-40B4-BE49-F238E27FC236}">
                      <a16:creationId xmlns:a16="http://schemas.microsoft.com/office/drawing/2014/main" id="{F571B6FD-68B5-5089-CA9D-2E4D2BCF14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02462" y="3368016"/>
                  <a:ext cx="92190" cy="90887"/>
                </a:xfrm>
                <a:prstGeom prst="rect">
                  <a:avLst/>
                </a:prstGeom>
              </p:spPr>
            </p:pic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70CD7DA-97E8-0F39-A663-12A455A5C9FD}"/>
                    </a:ext>
                  </a:extLst>
                </p:cNvPr>
                <p:cNvSpPr txBox="1"/>
                <p:nvPr/>
              </p:nvSpPr>
              <p:spPr>
                <a:xfrm>
                  <a:off x="3796420" y="3139515"/>
                  <a:ext cx="331327" cy="765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Annotator a: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8B72E8C-5990-5C31-3985-512A6957C3D7}"/>
                    </a:ext>
                  </a:extLst>
                </p:cNvPr>
                <p:cNvSpPr txBox="1"/>
                <p:nvPr/>
              </p:nvSpPr>
              <p:spPr>
                <a:xfrm>
                  <a:off x="3793724" y="3266405"/>
                  <a:ext cx="334010" cy="765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Annotator b: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CB18DE5-E0AC-3860-F642-7271425B1486}"/>
                    </a:ext>
                  </a:extLst>
                </p:cNvPr>
                <p:cNvSpPr txBox="1"/>
                <p:nvPr/>
              </p:nvSpPr>
              <p:spPr>
                <a:xfrm>
                  <a:off x="3804507" y="3387792"/>
                  <a:ext cx="320596" cy="765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Adjudicator: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73BCCC5F-2068-CAAE-F782-9E7D2B2318B2}"/>
                    </a:ext>
                  </a:extLst>
                </p:cNvPr>
                <p:cNvSpPr txBox="1"/>
                <p:nvPr/>
              </p:nvSpPr>
              <p:spPr>
                <a:xfrm>
                  <a:off x="4230469" y="3020098"/>
                  <a:ext cx="226140" cy="85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Phase 1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266441E-95B1-9651-807A-25D18C7F2054}"/>
                    </a:ext>
                  </a:extLst>
                </p:cNvPr>
                <p:cNvSpPr txBox="1"/>
                <p:nvPr/>
              </p:nvSpPr>
              <p:spPr>
                <a:xfrm>
                  <a:off x="3880245" y="3514812"/>
                  <a:ext cx="210182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Batch #::</a:t>
                  </a:r>
                </a:p>
              </p:txBody>
            </p:sp>
            <p:pic>
              <p:nvPicPr>
                <p:cNvPr id="91" name="Graphic 90" descr="User with solid fill">
                  <a:extLst>
                    <a:ext uri="{FF2B5EF4-FFF2-40B4-BE49-F238E27FC236}">
                      <a16:creationId xmlns:a16="http://schemas.microsoft.com/office/drawing/2014/main" id="{BAFA073E-2763-FEE1-EC09-4154987FF0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76231" y="3121404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92" name="Graphic 91" descr="User with solid fill">
                  <a:extLst>
                    <a:ext uri="{FF2B5EF4-FFF2-40B4-BE49-F238E27FC236}">
                      <a16:creationId xmlns:a16="http://schemas.microsoft.com/office/drawing/2014/main" id="{CE00EEAD-86E2-F24E-AD7A-010ACD6A8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76463" y="3244134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93" name="Graphic 92" descr="User with solid fill">
                  <a:extLst>
                    <a:ext uri="{FF2B5EF4-FFF2-40B4-BE49-F238E27FC236}">
                      <a16:creationId xmlns:a16="http://schemas.microsoft.com/office/drawing/2014/main" id="{DE061E00-92F6-1B9C-EC7F-886AC39C0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76231" y="3366864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94" name="Graphic 93" descr="User with solid fill">
                  <a:extLst>
                    <a:ext uri="{FF2B5EF4-FFF2-40B4-BE49-F238E27FC236}">
                      <a16:creationId xmlns:a16="http://schemas.microsoft.com/office/drawing/2014/main" id="{D4D08178-99DD-155B-95EB-143B6B30BD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08847" y="3118084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95" name="Graphic 94" descr="User with solid fill">
                  <a:extLst>
                    <a:ext uri="{FF2B5EF4-FFF2-40B4-BE49-F238E27FC236}">
                      <a16:creationId xmlns:a16="http://schemas.microsoft.com/office/drawing/2014/main" id="{8CB5FD67-C373-871C-D321-6402F826A7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32027" y="3244709"/>
                  <a:ext cx="92190" cy="90887"/>
                </a:xfrm>
                <a:prstGeom prst="rect">
                  <a:avLst/>
                </a:prstGeom>
              </p:spPr>
            </p:pic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5836FB0-DA82-A2A0-9662-722D0CDC21AD}"/>
                    </a:ext>
                  </a:extLst>
                </p:cNvPr>
                <p:cNvSpPr txBox="1"/>
                <p:nvPr/>
              </p:nvSpPr>
              <p:spPr>
                <a:xfrm>
                  <a:off x="4659801" y="3019521"/>
                  <a:ext cx="226140" cy="85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Phase 2</a:t>
                  </a:r>
                </a:p>
              </p:txBody>
            </p:sp>
            <p:pic>
              <p:nvPicPr>
                <p:cNvPr id="97" name="Graphic 96" descr="User with solid fill">
                  <a:extLst>
                    <a:ext uri="{FF2B5EF4-FFF2-40B4-BE49-F238E27FC236}">
                      <a16:creationId xmlns:a16="http://schemas.microsoft.com/office/drawing/2014/main" id="{4366079E-8B72-7F5C-54C1-E5773635C7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4021" y="3122484"/>
                  <a:ext cx="92190" cy="90887"/>
                </a:xfrm>
                <a:prstGeom prst="rect">
                  <a:avLst/>
                </a:prstGeom>
              </p:spPr>
            </p:pic>
            <p:pic>
              <p:nvPicPr>
                <p:cNvPr id="98" name="Graphic 97" descr="User with solid fill">
                  <a:extLst>
                    <a:ext uri="{FF2B5EF4-FFF2-40B4-BE49-F238E27FC236}">
                      <a16:creationId xmlns:a16="http://schemas.microsoft.com/office/drawing/2014/main" id="{70685C5E-AF70-DFF8-8419-E0C5FAA68A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28303" y="3234653"/>
                  <a:ext cx="92190" cy="90887"/>
                </a:xfrm>
                <a:prstGeom prst="rect">
                  <a:avLst/>
                </a:prstGeom>
              </p:spPr>
            </p:pic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E5418B76-D4B6-7CE4-E46B-69C0CFF28E9F}"/>
                    </a:ext>
                  </a:extLst>
                </p:cNvPr>
                <p:cNvSpPr txBox="1"/>
                <p:nvPr/>
              </p:nvSpPr>
              <p:spPr>
                <a:xfrm>
                  <a:off x="5087590" y="3020601"/>
                  <a:ext cx="226140" cy="850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Phase 3</a:t>
                  </a:r>
                </a:p>
              </p:txBody>
            </p:sp>
            <p:pic>
              <p:nvPicPr>
                <p:cNvPr id="100" name="Graphic 99" descr="User with solid fill">
                  <a:extLst>
                    <a:ext uri="{FF2B5EF4-FFF2-40B4-BE49-F238E27FC236}">
                      <a16:creationId xmlns:a16="http://schemas.microsoft.com/office/drawing/2014/main" id="{4A34BA31-1545-4E45-27F6-3E6484A33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4339" y="3122412"/>
                  <a:ext cx="92190" cy="90887"/>
                </a:xfrm>
                <a:prstGeom prst="rect">
                  <a:avLst/>
                </a:prstGeom>
              </p:spPr>
            </p:pic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B5E8938-1ABB-916F-151B-93876C4E6DF6}"/>
                    </a:ext>
                  </a:extLst>
                </p:cNvPr>
                <p:cNvSpPr txBox="1"/>
                <p:nvPr/>
              </p:nvSpPr>
              <p:spPr>
                <a:xfrm>
                  <a:off x="4178369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1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F4D4311-3474-ABF0-9E96-4FD1E8C4FED5}"/>
                    </a:ext>
                  </a:extLst>
                </p:cNvPr>
                <p:cNvSpPr txBox="1"/>
                <p:nvPr/>
              </p:nvSpPr>
              <p:spPr>
                <a:xfrm>
                  <a:off x="4306398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2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08119EE2-488A-2EA6-F959-07FC2A2455F6}"/>
                    </a:ext>
                  </a:extLst>
                </p:cNvPr>
                <p:cNvSpPr txBox="1"/>
                <p:nvPr/>
              </p:nvSpPr>
              <p:spPr>
                <a:xfrm>
                  <a:off x="4434180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3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9705BFC-A0CC-EC5D-3DCA-527DAF5D2021}"/>
                    </a:ext>
                  </a:extLst>
                </p:cNvPr>
                <p:cNvSpPr txBox="1"/>
                <p:nvPr/>
              </p:nvSpPr>
              <p:spPr>
                <a:xfrm>
                  <a:off x="4612616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1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639DC8DD-8B61-6279-9AE6-43EAAFFAFA85}"/>
                    </a:ext>
                  </a:extLst>
                </p:cNvPr>
                <p:cNvSpPr txBox="1"/>
                <p:nvPr/>
              </p:nvSpPr>
              <p:spPr>
                <a:xfrm>
                  <a:off x="4740644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2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CD8C8111-6F0E-5A2F-49F3-124CFD256C9F}"/>
                    </a:ext>
                  </a:extLst>
                </p:cNvPr>
                <p:cNvSpPr txBox="1"/>
                <p:nvPr/>
              </p:nvSpPr>
              <p:spPr>
                <a:xfrm>
                  <a:off x="4868427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3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0165B496-D61B-1BC5-BAC3-9FF355C41C51}"/>
                    </a:ext>
                  </a:extLst>
                </p:cNvPr>
                <p:cNvSpPr txBox="1"/>
                <p:nvPr/>
              </p:nvSpPr>
              <p:spPr>
                <a:xfrm>
                  <a:off x="5046864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1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71FF27E-5D16-F70E-64F5-A4D76C2EDE62}"/>
                    </a:ext>
                  </a:extLst>
                </p:cNvPr>
                <p:cNvSpPr txBox="1"/>
                <p:nvPr/>
              </p:nvSpPr>
              <p:spPr>
                <a:xfrm>
                  <a:off x="5174892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2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6567E9BC-F890-5190-64B4-19BFB42254BB}"/>
                    </a:ext>
                  </a:extLst>
                </p:cNvPr>
                <p:cNvSpPr txBox="1"/>
                <p:nvPr/>
              </p:nvSpPr>
              <p:spPr>
                <a:xfrm>
                  <a:off x="5302673" y="3514121"/>
                  <a:ext cx="29499" cy="701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3</a:t>
                  </a: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5790BD0-B755-321C-87CA-8803845461E9}"/>
                    </a:ext>
                  </a:extLst>
                </p:cNvPr>
                <p:cNvSpPr txBox="1"/>
                <p:nvPr/>
              </p:nvSpPr>
              <p:spPr>
                <a:xfrm>
                  <a:off x="5821169" y="3219088"/>
                  <a:ext cx="300632" cy="1402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600" dirty="0"/>
                    <a:t>Finalized</a:t>
                  </a:r>
                </a:p>
                <a:p>
                  <a:pPr algn="ctr"/>
                  <a:r>
                    <a:rPr lang="en-US" sz="600" dirty="0"/>
                    <a:t>guideline</a:t>
                  </a:r>
                </a:p>
              </p:txBody>
            </p:sp>
          </p:grpSp>
          <p:sp>
            <p:nvSpPr>
              <p:cNvPr id="116" name="Rounded Rectangle 115">
                <a:extLst>
                  <a:ext uri="{FF2B5EF4-FFF2-40B4-BE49-F238E27FC236}">
                    <a16:creationId xmlns:a16="http://schemas.microsoft.com/office/drawing/2014/main" id="{59DE866B-7912-0565-FB7E-0E36F416E601}"/>
                  </a:ext>
                </a:extLst>
              </p:cNvPr>
              <p:cNvSpPr/>
              <p:nvPr/>
            </p:nvSpPr>
            <p:spPr>
              <a:xfrm>
                <a:off x="1416890" y="2024676"/>
                <a:ext cx="1516433" cy="863610"/>
              </a:xfrm>
              <a:prstGeom prst="roundRect">
                <a:avLst>
                  <a:gd name="adj" fmla="val 11460"/>
                </a:avLst>
              </a:prstGeom>
              <a:ln>
                <a:noFill/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700" dirty="0">
                    <a:solidFill>
                      <a:schemeClr val="tx2">
                        <a:lumMod val="50000"/>
                      </a:schemeClr>
                    </a:solidFill>
                  </a:rPr>
                  <a:t>Guideline</a:t>
                </a:r>
                <a:r>
                  <a:rPr lang="en-US" sz="675" dirty="0">
                    <a:solidFill>
                      <a:schemeClr val="tx2">
                        <a:lumMod val="50000"/>
                      </a:schemeClr>
                    </a:solidFill>
                  </a:rPr>
                  <a:t> development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366C218-57BD-C7A9-34AA-6F0F835BC1DC}"/>
                  </a:ext>
                </a:extLst>
              </p:cNvPr>
              <p:cNvSpPr txBox="1"/>
              <p:nvPr/>
            </p:nvSpPr>
            <p:spPr>
              <a:xfrm>
                <a:off x="2525203" y="2235025"/>
                <a:ext cx="354512" cy="2104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sz="800"/>
                </a:lvl1pPr>
              </a:lstStyle>
              <a:p>
                <a:pPr algn="ctr"/>
                <a:r>
                  <a:rPr lang="en-US" sz="600" dirty="0"/>
                  <a:t>Annotation using </a:t>
                </a:r>
                <a:r>
                  <a:rPr lang="en-US" sz="600" dirty="0" err="1"/>
                  <a:t>MedTator</a:t>
                </a:r>
                <a:endParaRPr lang="en-US" sz="600" dirty="0"/>
              </a:p>
            </p:txBody>
          </p:sp>
          <p:sp>
            <p:nvSpPr>
              <p:cNvPr id="130" name="Right Arrow 129">
                <a:extLst>
                  <a:ext uri="{FF2B5EF4-FFF2-40B4-BE49-F238E27FC236}">
                    <a16:creationId xmlns:a16="http://schemas.microsoft.com/office/drawing/2014/main" id="{03EC9BFE-9483-4E4C-F57B-2067C83857AE}"/>
                  </a:ext>
                </a:extLst>
              </p:cNvPr>
              <p:cNvSpPr/>
              <p:nvPr/>
            </p:nvSpPr>
            <p:spPr>
              <a:xfrm>
                <a:off x="2162258" y="2330212"/>
                <a:ext cx="56536" cy="54812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 dirty="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sp>
            <p:nvSpPr>
              <p:cNvPr id="131" name="Right Arrow 130">
                <a:extLst>
                  <a:ext uri="{FF2B5EF4-FFF2-40B4-BE49-F238E27FC236}">
                    <a16:creationId xmlns:a16="http://schemas.microsoft.com/office/drawing/2014/main" id="{D7F2E2C7-C47C-05DD-586E-74688C61D138}"/>
                  </a:ext>
                </a:extLst>
              </p:cNvPr>
              <p:cNvSpPr/>
              <p:nvPr/>
            </p:nvSpPr>
            <p:spPr>
              <a:xfrm rot="10800000">
                <a:off x="2142857" y="2677245"/>
                <a:ext cx="56536" cy="54812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sp>
            <p:nvSpPr>
              <p:cNvPr id="132" name="Right Arrow 131">
                <a:extLst>
                  <a:ext uri="{FF2B5EF4-FFF2-40B4-BE49-F238E27FC236}">
                    <a16:creationId xmlns:a16="http://schemas.microsoft.com/office/drawing/2014/main" id="{D8C0C985-B93E-5F39-9A95-7BC2EAFCA63F}"/>
                  </a:ext>
                </a:extLst>
              </p:cNvPr>
              <p:cNvSpPr/>
              <p:nvPr/>
            </p:nvSpPr>
            <p:spPr>
              <a:xfrm rot="16200000">
                <a:off x="1866602" y="2487239"/>
                <a:ext cx="50670" cy="61157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4FECCA11-2640-6315-1A53-295BFBEE7A50}"/>
                  </a:ext>
                </a:extLst>
              </p:cNvPr>
              <p:cNvGrpSpPr/>
              <p:nvPr/>
            </p:nvGrpSpPr>
            <p:grpSpPr>
              <a:xfrm>
                <a:off x="1511084" y="2226841"/>
                <a:ext cx="574036" cy="229639"/>
                <a:chOff x="932588" y="1675325"/>
                <a:chExt cx="574036" cy="229639"/>
              </a:xfrm>
            </p:grpSpPr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7B0A038-C63A-ABD9-19AA-07E733BA5B02}"/>
                    </a:ext>
                  </a:extLst>
                </p:cNvPr>
                <p:cNvSpPr txBox="1"/>
                <p:nvPr/>
              </p:nvSpPr>
              <p:spPr>
                <a:xfrm>
                  <a:off x="1192367" y="1702007"/>
                  <a:ext cx="31425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Guideline prototype</a:t>
                  </a:r>
                </a:p>
              </p:txBody>
            </p:sp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E6A46FE6-B2C3-2DCB-EB4C-8F04C7E638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32588" y="1675325"/>
                  <a:ext cx="229640" cy="229639"/>
                </a:xfrm>
                <a:prstGeom prst="rect">
                  <a:avLst/>
                </a:prstGeom>
              </p:spPr>
            </p:pic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25E61CF-CC9A-EA5C-3FD0-C9DEE269DFFA}"/>
                  </a:ext>
                </a:extLst>
              </p:cNvPr>
              <p:cNvGrpSpPr/>
              <p:nvPr/>
            </p:nvGrpSpPr>
            <p:grpSpPr>
              <a:xfrm>
                <a:off x="2305232" y="2601579"/>
                <a:ext cx="597429" cy="234478"/>
                <a:chOff x="1726736" y="2031331"/>
                <a:chExt cx="597429" cy="213162"/>
              </a:xfrm>
            </p:grpSpPr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009A05E-F938-DA6C-D5A5-D214A39DBD1F}"/>
                    </a:ext>
                  </a:extLst>
                </p:cNvPr>
                <p:cNvSpPr txBox="1"/>
                <p:nvPr/>
              </p:nvSpPr>
              <p:spPr>
                <a:xfrm>
                  <a:off x="1946707" y="2059827"/>
                  <a:ext cx="377458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pPr algn="ctr"/>
                  <a:r>
                    <a:rPr lang="en-US" sz="600" dirty="0"/>
                    <a:t>Agreement</a:t>
                  </a:r>
                </a:p>
                <a:p>
                  <a:pPr algn="ctr"/>
                  <a:r>
                    <a:rPr lang="en-US" sz="600" dirty="0"/>
                    <a:t>evaluation</a:t>
                  </a:r>
                </a:p>
              </p:txBody>
            </p:sp>
            <p:pic>
              <p:nvPicPr>
                <p:cNvPr id="140" name="Picture 139">
                  <a:extLst>
                    <a:ext uri="{FF2B5EF4-FFF2-40B4-BE49-F238E27FC236}">
                      <a16:creationId xmlns:a16="http://schemas.microsoft.com/office/drawing/2014/main" id="{D5F0B602-2B9A-312C-50D6-B09E6F301B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26736" y="2031331"/>
                  <a:ext cx="188804" cy="188804"/>
                </a:xfrm>
                <a:prstGeom prst="rect">
                  <a:avLst/>
                </a:prstGeom>
              </p:spPr>
            </p:pic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BD508B42-830C-F20F-DF63-BE4EC482FE09}"/>
                  </a:ext>
                </a:extLst>
              </p:cNvPr>
              <p:cNvGrpSpPr/>
              <p:nvPr/>
            </p:nvGrpSpPr>
            <p:grpSpPr>
              <a:xfrm>
                <a:off x="1530357" y="2581762"/>
                <a:ext cx="672059" cy="190966"/>
                <a:chOff x="984516" y="2001818"/>
                <a:chExt cx="672059" cy="190966"/>
              </a:xfrm>
            </p:grpSpPr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224009CA-DADB-1364-0099-A29F191A7E5E}"/>
                    </a:ext>
                  </a:extLst>
                </p:cNvPr>
                <p:cNvSpPr txBox="1"/>
                <p:nvPr/>
              </p:nvSpPr>
              <p:spPr>
                <a:xfrm>
                  <a:off x="1208796" y="2018892"/>
                  <a:ext cx="447779" cy="1700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800"/>
                  </a:lvl1pPr>
                </a:lstStyle>
                <a:p>
                  <a:r>
                    <a:rPr lang="en-US" sz="600" dirty="0"/>
                    <a:t>Consensus</a:t>
                  </a:r>
                </a:p>
                <a:p>
                  <a:r>
                    <a:rPr lang="en-US" sz="600" dirty="0"/>
                    <a:t>development</a:t>
                  </a:r>
                </a:p>
              </p:txBody>
            </p:sp>
            <p:pic>
              <p:nvPicPr>
                <p:cNvPr id="142" name="Picture 141">
                  <a:extLst>
                    <a:ext uri="{FF2B5EF4-FFF2-40B4-BE49-F238E27FC236}">
                      <a16:creationId xmlns:a16="http://schemas.microsoft.com/office/drawing/2014/main" id="{726FD1C2-DD9C-05B1-54FB-A43E63C2EC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84516" y="2001818"/>
                  <a:ext cx="190966" cy="190966"/>
                </a:xfrm>
                <a:prstGeom prst="rect">
                  <a:avLst/>
                </a:prstGeom>
              </p:spPr>
            </p:pic>
          </p:grpSp>
          <p:pic>
            <p:nvPicPr>
              <p:cNvPr id="146" name="Picture 145">
                <a:extLst>
                  <a:ext uri="{FF2B5EF4-FFF2-40B4-BE49-F238E27FC236}">
                    <a16:creationId xmlns:a16="http://schemas.microsoft.com/office/drawing/2014/main" id="{1994A9D6-814C-4A2E-0758-D50BE00B7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16000" y="2366162"/>
                <a:ext cx="223029" cy="223029"/>
              </a:xfrm>
              <a:prstGeom prst="rect">
                <a:avLst/>
              </a:prstGeom>
            </p:spPr>
          </p:pic>
          <p:sp>
            <p:nvSpPr>
              <p:cNvPr id="147" name="Right Arrow 146">
                <a:extLst>
                  <a:ext uri="{FF2B5EF4-FFF2-40B4-BE49-F238E27FC236}">
                    <a16:creationId xmlns:a16="http://schemas.microsoft.com/office/drawing/2014/main" id="{9F69D4A0-2EC4-5633-1D08-2545B2BB5D49}"/>
                  </a:ext>
                </a:extLst>
              </p:cNvPr>
              <p:cNvSpPr/>
              <p:nvPr/>
            </p:nvSpPr>
            <p:spPr>
              <a:xfrm>
                <a:off x="4773464" y="2456480"/>
                <a:ext cx="73224" cy="72007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sp>
            <p:nvSpPr>
              <p:cNvPr id="149" name="Right Arrow 148">
                <a:extLst>
                  <a:ext uri="{FF2B5EF4-FFF2-40B4-BE49-F238E27FC236}">
                    <a16:creationId xmlns:a16="http://schemas.microsoft.com/office/drawing/2014/main" id="{2E90EA60-BB51-5A8A-42B6-30D0081399A9}"/>
                  </a:ext>
                </a:extLst>
              </p:cNvPr>
              <p:cNvSpPr/>
              <p:nvPr/>
            </p:nvSpPr>
            <p:spPr>
              <a:xfrm rot="5400000">
                <a:off x="2683140" y="2508598"/>
                <a:ext cx="50670" cy="61157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306A29E0-76A0-781C-0889-1EF7C57D7C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13082" y="2249677"/>
                <a:ext cx="181096" cy="1810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99" name="Group 1098">
              <a:extLst>
                <a:ext uri="{FF2B5EF4-FFF2-40B4-BE49-F238E27FC236}">
                  <a16:creationId xmlns:a16="http://schemas.microsoft.com/office/drawing/2014/main" id="{97F50FDD-57EC-6CC5-7CCA-CA451D4598FA}"/>
                </a:ext>
              </a:extLst>
            </p:cNvPr>
            <p:cNvGrpSpPr/>
            <p:nvPr/>
          </p:nvGrpSpPr>
          <p:grpSpPr>
            <a:xfrm>
              <a:off x="3643476" y="3463219"/>
              <a:ext cx="2555542" cy="1402624"/>
              <a:chOff x="2063174" y="3709106"/>
              <a:chExt cx="2174144" cy="1143180"/>
            </a:xfrm>
          </p:grpSpPr>
          <p:sp>
            <p:nvSpPr>
              <p:cNvPr id="1061" name="Rounded Rectangle 1060">
                <a:extLst>
                  <a:ext uri="{FF2B5EF4-FFF2-40B4-BE49-F238E27FC236}">
                    <a16:creationId xmlns:a16="http://schemas.microsoft.com/office/drawing/2014/main" id="{1CF645CA-C82B-6341-81BD-BF481B0912B3}"/>
                  </a:ext>
                </a:extLst>
              </p:cNvPr>
              <p:cNvSpPr/>
              <p:nvPr/>
            </p:nvSpPr>
            <p:spPr>
              <a:xfrm>
                <a:off x="2063174" y="3709106"/>
                <a:ext cx="2174144" cy="1143180"/>
              </a:xfrm>
              <a:prstGeom prst="roundRect">
                <a:avLst>
                  <a:gd name="adj" fmla="val 639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800" b="1" dirty="0">
                    <a:solidFill>
                      <a:schemeClr val="tx2">
                        <a:lumMod val="50000"/>
                      </a:schemeClr>
                    </a:solidFill>
                  </a:rPr>
                  <a:t>4. Model evaluation</a:t>
                </a:r>
              </a:p>
            </p:txBody>
          </p:sp>
          <p:sp>
            <p:nvSpPr>
              <p:cNvPr id="1062" name="Rounded Rectangle 1061">
                <a:extLst>
                  <a:ext uri="{FF2B5EF4-FFF2-40B4-BE49-F238E27FC236}">
                    <a16:creationId xmlns:a16="http://schemas.microsoft.com/office/drawing/2014/main" id="{F7A3AF08-AB4E-AD99-7279-7AEF13E135C5}"/>
                  </a:ext>
                </a:extLst>
              </p:cNvPr>
              <p:cNvSpPr/>
              <p:nvPr/>
            </p:nvSpPr>
            <p:spPr>
              <a:xfrm>
                <a:off x="2168431" y="3931463"/>
                <a:ext cx="1958004" cy="830266"/>
              </a:xfrm>
              <a:prstGeom prst="roundRect">
                <a:avLst>
                  <a:gd name="adj" fmla="val 11460"/>
                </a:avLst>
              </a:prstGeom>
              <a:ln>
                <a:noFill/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endParaRPr lang="en-US" sz="675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089" name="Group 1088">
                <a:extLst>
                  <a:ext uri="{FF2B5EF4-FFF2-40B4-BE49-F238E27FC236}">
                    <a16:creationId xmlns:a16="http://schemas.microsoft.com/office/drawing/2014/main" id="{94BC0DA2-E6D5-7769-B912-57F749962648}"/>
                  </a:ext>
                </a:extLst>
              </p:cNvPr>
              <p:cNvGrpSpPr/>
              <p:nvPr/>
            </p:nvGrpSpPr>
            <p:grpSpPr>
              <a:xfrm>
                <a:off x="2224230" y="4155666"/>
                <a:ext cx="364122" cy="458996"/>
                <a:chOff x="2836349" y="4155666"/>
                <a:chExt cx="364122" cy="458996"/>
              </a:xfrm>
            </p:grpSpPr>
            <p:pic>
              <p:nvPicPr>
                <p:cNvPr id="1085" name="Picture 1084">
                  <a:extLst>
                    <a:ext uri="{FF2B5EF4-FFF2-40B4-BE49-F238E27FC236}">
                      <a16:creationId xmlns:a16="http://schemas.microsoft.com/office/drawing/2014/main" id="{57B2195E-89F4-7FB4-8496-8CB7BA67CE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69791" y="4155666"/>
                  <a:ext cx="319201" cy="319201"/>
                </a:xfrm>
                <a:prstGeom prst="rect">
                  <a:avLst/>
                </a:prstGeom>
              </p:spPr>
            </p:pic>
            <p:sp>
              <p:nvSpPr>
                <p:cNvPr id="1086" name="TextBox 1085">
                  <a:extLst>
                    <a:ext uri="{FF2B5EF4-FFF2-40B4-BE49-F238E27FC236}">
                      <a16:creationId xmlns:a16="http://schemas.microsoft.com/office/drawing/2014/main" id="{5C857DA3-EF5F-C225-8E26-2121954B3079}"/>
                    </a:ext>
                  </a:extLst>
                </p:cNvPr>
                <p:cNvSpPr txBox="1"/>
                <p:nvPr/>
              </p:nvSpPr>
              <p:spPr>
                <a:xfrm>
                  <a:off x="2836349" y="4522329"/>
                  <a:ext cx="364122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sz="600" dirty="0">
                      <a:solidFill>
                        <a:schemeClr val="tx2">
                          <a:lumMod val="50000"/>
                        </a:schemeClr>
                      </a:solidFill>
                    </a:rPr>
                    <a:t>NLP model</a:t>
                  </a:r>
                </a:p>
              </p:txBody>
            </p:sp>
          </p:grpSp>
          <p:sp>
            <p:nvSpPr>
              <p:cNvPr id="1087" name="Right Arrow 1086">
                <a:extLst>
                  <a:ext uri="{FF2B5EF4-FFF2-40B4-BE49-F238E27FC236}">
                    <a16:creationId xmlns:a16="http://schemas.microsoft.com/office/drawing/2014/main" id="{96BD1C4E-D436-DFB5-BE73-AFF55AEFF59B}"/>
                  </a:ext>
                </a:extLst>
              </p:cNvPr>
              <p:cNvSpPr/>
              <p:nvPr/>
            </p:nvSpPr>
            <p:spPr>
              <a:xfrm>
                <a:off x="2674193" y="4282941"/>
                <a:ext cx="129721" cy="115967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grpSp>
            <p:nvGrpSpPr>
              <p:cNvPr id="1098" name="Group 1097">
                <a:extLst>
                  <a:ext uri="{FF2B5EF4-FFF2-40B4-BE49-F238E27FC236}">
                    <a16:creationId xmlns:a16="http://schemas.microsoft.com/office/drawing/2014/main" id="{E3005431-659E-C317-7B5A-F6BB81F5E953}"/>
                  </a:ext>
                </a:extLst>
              </p:cNvPr>
              <p:cNvGrpSpPr/>
              <p:nvPr/>
            </p:nvGrpSpPr>
            <p:grpSpPr>
              <a:xfrm>
                <a:off x="3501649" y="4096906"/>
                <a:ext cx="556664" cy="558872"/>
                <a:chOff x="4126210" y="4084762"/>
                <a:chExt cx="556664" cy="558872"/>
              </a:xfrm>
            </p:grpSpPr>
            <p:grpSp>
              <p:nvGrpSpPr>
                <p:cNvPr id="1083" name="Group 1082">
                  <a:extLst>
                    <a:ext uri="{FF2B5EF4-FFF2-40B4-BE49-F238E27FC236}">
                      <a16:creationId xmlns:a16="http://schemas.microsoft.com/office/drawing/2014/main" id="{ECB2E238-3830-6230-C75F-911B2750FD00}"/>
                    </a:ext>
                  </a:extLst>
                </p:cNvPr>
                <p:cNvGrpSpPr/>
                <p:nvPr/>
              </p:nvGrpSpPr>
              <p:grpSpPr>
                <a:xfrm>
                  <a:off x="4318752" y="4084762"/>
                  <a:ext cx="364122" cy="558872"/>
                  <a:chOff x="4318752" y="4084762"/>
                  <a:chExt cx="364122" cy="558872"/>
                </a:xfrm>
              </p:grpSpPr>
              <p:pic>
                <p:nvPicPr>
                  <p:cNvPr id="1081" name="Picture 1080">
                    <a:extLst>
                      <a:ext uri="{FF2B5EF4-FFF2-40B4-BE49-F238E27FC236}">
                        <a16:creationId xmlns:a16="http://schemas.microsoft.com/office/drawing/2014/main" id="{981CC5BE-EB0C-F546-D049-2B698008B9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349812" y="4084762"/>
                    <a:ext cx="302002" cy="302002"/>
                  </a:xfrm>
                  <a:prstGeom prst="rect">
                    <a:avLst/>
                  </a:prstGeom>
                </p:spPr>
              </p:pic>
              <p:sp>
                <p:nvSpPr>
                  <p:cNvPr id="1082" name="TextBox 1081">
                    <a:extLst>
                      <a:ext uri="{FF2B5EF4-FFF2-40B4-BE49-F238E27FC236}">
                        <a16:creationId xmlns:a16="http://schemas.microsoft.com/office/drawing/2014/main" id="{161945DC-1183-C390-3A40-ABA19377FF4A}"/>
                      </a:ext>
                    </a:extLst>
                  </p:cNvPr>
                  <p:cNvSpPr txBox="1"/>
                  <p:nvPr/>
                </p:nvSpPr>
                <p:spPr>
                  <a:xfrm>
                    <a:off x="4318752" y="4458968"/>
                    <a:ext cx="364122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6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Statistical analysis</a:t>
                    </a:r>
                  </a:p>
                </p:txBody>
              </p:sp>
            </p:grpSp>
            <p:sp>
              <p:nvSpPr>
                <p:cNvPr id="1088" name="Right Arrow 1087">
                  <a:extLst>
                    <a:ext uri="{FF2B5EF4-FFF2-40B4-BE49-F238E27FC236}">
                      <a16:creationId xmlns:a16="http://schemas.microsoft.com/office/drawing/2014/main" id="{C6527590-9701-A42F-9290-44923F9D139A}"/>
                    </a:ext>
                  </a:extLst>
                </p:cNvPr>
                <p:cNvSpPr/>
                <p:nvPr/>
              </p:nvSpPr>
              <p:spPr>
                <a:xfrm>
                  <a:off x="4126210" y="4282941"/>
                  <a:ext cx="129721" cy="115967"/>
                </a:xfrm>
                <a:prstGeom prst="rightArrow">
                  <a:avLst/>
                </a:prstGeom>
                <a:solidFill>
                  <a:schemeClr val="tx1">
                    <a:alpha val="6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880">
                    <a:solidFill>
                      <a:schemeClr val="tx2">
                        <a:lumMod val="50000"/>
                      </a:schemeClr>
                    </a:solidFill>
                    <a:latin typeface="Times" pitchFamily="2" charset="0"/>
                  </a:endParaRPr>
                </a:p>
              </p:txBody>
            </p:sp>
          </p:grpSp>
          <p:grpSp>
            <p:nvGrpSpPr>
              <p:cNvPr id="1097" name="Group 1096">
                <a:extLst>
                  <a:ext uri="{FF2B5EF4-FFF2-40B4-BE49-F238E27FC236}">
                    <a16:creationId xmlns:a16="http://schemas.microsoft.com/office/drawing/2014/main" id="{05349EEE-16BD-7475-388C-C33C0F33D002}"/>
                  </a:ext>
                </a:extLst>
              </p:cNvPr>
              <p:cNvGrpSpPr/>
              <p:nvPr/>
            </p:nvGrpSpPr>
            <p:grpSpPr>
              <a:xfrm>
                <a:off x="2922050" y="3979302"/>
                <a:ext cx="457628" cy="577521"/>
                <a:chOff x="2980940" y="3959127"/>
                <a:chExt cx="457628" cy="577521"/>
              </a:xfrm>
            </p:grpSpPr>
            <p:grpSp>
              <p:nvGrpSpPr>
                <p:cNvPr id="1091" name="Group 1090">
                  <a:extLst>
                    <a:ext uri="{FF2B5EF4-FFF2-40B4-BE49-F238E27FC236}">
                      <a16:creationId xmlns:a16="http://schemas.microsoft.com/office/drawing/2014/main" id="{80B4B065-0EC0-17B0-6311-217ECD71F674}"/>
                    </a:ext>
                  </a:extLst>
                </p:cNvPr>
                <p:cNvGrpSpPr/>
                <p:nvPr/>
              </p:nvGrpSpPr>
              <p:grpSpPr>
                <a:xfrm>
                  <a:off x="2980940" y="3959127"/>
                  <a:ext cx="450400" cy="273517"/>
                  <a:chOff x="2980940" y="3959127"/>
                  <a:chExt cx="450400" cy="273517"/>
                </a:xfrm>
              </p:grpSpPr>
              <p:pic>
                <p:nvPicPr>
                  <p:cNvPr id="1080" name="Picture 1079">
                    <a:extLst>
                      <a:ext uri="{FF2B5EF4-FFF2-40B4-BE49-F238E27FC236}">
                        <a16:creationId xmlns:a16="http://schemas.microsoft.com/office/drawing/2014/main" id="{C53D61E8-13E9-6B76-A2FA-981B7CDDCC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276579" y="4014589"/>
                    <a:ext cx="154761" cy="162591"/>
                  </a:xfrm>
                  <a:prstGeom prst="rect">
                    <a:avLst/>
                  </a:prstGeom>
                </p:spPr>
              </p:pic>
              <p:pic>
                <p:nvPicPr>
                  <p:cNvPr id="1090" name="Picture 1089">
                    <a:extLst>
                      <a:ext uri="{FF2B5EF4-FFF2-40B4-BE49-F238E27FC236}">
                        <a16:creationId xmlns:a16="http://schemas.microsoft.com/office/drawing/2014/main" id="{A934C6C0-A5CD-8695-4E30-E1E817B791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2980940" y="3959127"/>
                    <a:ext cx="273517" cy="27351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93" name="Group 1092">
                  <a:extLst>
                    <a:ext uri="{FF2B5EF4-FFF2-40B4-BE49-F238E27FC236}">
                      <a16:creationId xmlns:a16="http://schemas.microsoft.com/office/drawing/2014/main" id="{94B4AB48-6385-560F-F4F6-4918EEE60FC1}"/>
                    </a:ext>
                  </a:extLst>
                </p:cNvPr>
                <p:cNvGrpSpPr/>
                <p:nvPr/>
              </p:nvGrpSpPr>
              <p:grpSpPr>
                <a:xfrm>
                  <a:off x="2988168" y="4263131"/>
                  <a:ext cx="450400" cy="273517"/>
                  <a:chOff x="2980940" y="3942417"/>
                  <a:chExt cx="450400" cy="273517"/>
                </a:xfrm>
              </p:grpSpPr>
              <p:pic>
                <p:nvPicPr>
                  <p:cNvPr id="1094" name="Picture 1093">
                    <a:extLst>
                      <a:ext uri="{FF2B5EF4-FFF2-40B4-BE49-F238E27FC236}">
                        <a16:creationId xmlns:a16="http://schemas.microsoft.com/office/drawing/2014/main" id="{51688825-0156-B21E-D74B-E54F39F575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276579" y="3997879"/>
                    <a:ext cx="154761" cy="162591"/>
                  </a:xfrm>
                  <a:prstGeom prst="rect">
                    <a:avLst/>
                  </a:prstGeom>
                </p:spPr>
              </p:pic>
              <p:pic>
                <p:nvPicPr>
                  <p:cNvPr id="1095" name="Picture 1094">
                    <a:extLst>
                      <a:ext uri="{FF2B5EF4-FFF2-40B4-BE49-F238E27FC236}">
                        <a16:creationId xmlns:a16="http://schemas.microsoft.com/office/drawing/2014/main" id="{99B6EB3E-DCDA-C513-2699-8EC40C3210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2980940" y="3942417"/>
                    <a:ext cx="273517" cy="273517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096" name="TextBox 1095">
                <a:extLst>
                  <a:ext uri="{FF2B5EF4-FFF2-40B4-BE49-F238E27FC236}">
                    <a16:creationId xmlns:a16="http://schemas.microsoft.com/office/drawing/2014/main" id="{75DDB5C6-14A9-9BB7-BE09-DC4B563D5ADD}"/>
                  </a:ext>
                </a:extLst>
              </p:cNvPr>
              <p:cNvSpPr txBox="1"/>
              <p:nvPr/>
            </p:nvSpPr>
            <p:spPr>
              <a:xfrm>
                <a:off x="2758680" y="4589719"/>
                <a:ext cx="733869" cy="1505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600" dirty="0">
                    <a:solidFill>
                      <a:schemeClr val="tx2">
                        <a:lumMod val="50000"/>
                      </a:schemeClr>
                    </a:solidFill>
                  </a:rPr>
                  <a:t>Multisite evaluation</a:t>
                </a:r>
              </a:p>
              <a:p>
                <a:pPr algn="ctr"/>
                <a:r>
                  <a:rPr lang="en-US" sz="600" dirty="0">
                    <a:solidFill>
                      <a:schemeClr val="tx2">
                        <a:lumMod val="50000"/>
                      </a:schemeClr>
                    </a:solidFill>
                  </a:rPr>
                  <a:t>(n=1,505)</a:t>
                </a:r>
              </a:p>
            </p:txBody>
          </p:sp>
        </p:grpSp>
        <p:grpSp>
          <p:nvGrpSpPr>
            <p:cNvPr id="1115" name="Group 1114">
              <a:extLst>
                <a:ext uri="{FF2B5EF4-FFF2-40B4-BE49-F238E27FC236}">
                  <a16:creationId xmlns:a16="http://schemas.microsoft.com/office/drawing/2014/main" id="{54EED142-991E-338F-7399-9EB2CB484881}"/>
                </a:ext>
              </a:extLst>
            </p:cNvPr>
            <p:cNvGrpSpPr/>
            <p:nvPr/>
          </p:nvGrpSpPr>
          <p:grpSpPr>
            <a:xfrm>
              <a:off x="706583" y="3470925"/>
              <a:ext cx="2839035" cy="1392438"/>
              <a:chOff x="1349558" y="3028069"/>
              <a:chExt cx="3318257" cy="1677805"/>
            </a:xfrm>
          </p:grpSpPr>
          <p:grpSp>
            <p:nvGrpSpPr>
              <p:cNvPr id="1038" name="Group 1037">
                <a:extLst>
                  <a:ext uri="{FF2B5EF4-FFF2-40B4-BE49-F238E27FC236}">
                    <a16:creationId xmlns:a16="http://schemas.microsoft.com/office/drawing/2014/main" id="{9AC4E5E6-1862-3429-9A1E-18AB17CAABB8}"/>
                  </a:ext>
                </a:extLst>
              </p:cNvPr>
              <p:cNvGrpSpPr/>
              <p:nvPr/>
            </p:nvGrpSpPr>
            <p:grpSpPr>
              <a:xfrm>
                <a:off x="1349558" y="3028069"/>
                <a:ext cx="3318257" cy="1677805"/>
                <a:chOff x="2066170" y="2479573"/>
                <a:chExt cx="3318257" cy="1677805"/>
              </a:xfrm>
            </p:grpSpPr>
            <p:sp>
              <p:nvSpPr>
                <p:cNvPr id="181" name="Rounded Rectangle 180">
                  <a:extLst>
                    <a:ext uri="{FF2B5EF4-FFF2-40B4-BE49-F238E27FC236}">
                      <a16:creationId xmlns:a16="http://schemas.microsoft.com/office/drawing/2014/main" id="{18A8294A-A2E1-1CC5-8453-68FFB9711821}"/>
                    </a:ext>
                  </a:extLst>
                </p:cNvPr>
                <p:cNvSpPr/>
                <p:nvPr/>
              </p:nvSpPr>
              <p:spPr>
                <a:xfrm>
                  <a:off x="2066170" y="2479573"/>
                  <a:ext cx="3318257" cy="1677805"/>
                </a:xfrm>
                <a:prstGeom prst="roundRect">
                  <a:avLst>
                    <a:gd name="adj" fmla="val 6393"/>
                  </a:avLst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  <a:prstDash val="sysDot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800" b="1" dirty="0">
                      <a:solidFill>
                        <a:schemeClr val="tx2">
                          <a:lumMod val="50000"/>
                        </a:schemeClr>
                      </a:solidFill>
                    </a:rPr>
                    <a:t>3. Model development</a:t>
                  </a:r>
                </a:p>
              </p:txBody>
            </p:sp>
            <p:sp>
              <p:nvSpPr>
                <p:cNvPr id="182" name="Rounded Rectangle 181">
                  <a:extLst>
                    <a:ext uri="{FF2B5EF4-FFF2-40B4-BE49-F238E27FC236}">
                      <a16:creationId xmlns:a16="http://schemas.microsoft.com/office/drawing/2014/main" id="{D5CD3EE5-85BA-2E63-6FB1-F671790F5F01}"/>
                    </a:ext>
                  </a:extLst>
                </p:cNvPr>
                <p:cNvSpPr/>
                <p:nvPr/>
              </p:nvSpPr>
              <p:spPr>
                <a:xfrm>
                  <a:off x="2171426" y="2760518"/>
                  <a:ext cx="3067855" cy="1304550"/>
                </a:xfrm>
                <a:prstGeom prst="roundRect">
                  <a:avLst>
                    <a:gd name="adj" fmla="val 11460"/>
                  </a:avLst>
                </a:prstGeom>
                <a:ln>
                  <a:noFill/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endParaRPr lang="en-US" sz="675" dirty="0">
                    <a:solidFill>
                      <a:schemeClr val="tx2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A6AB1DE3-DDE2-B4C7-D1E5-35F7F75A7396}"/>
                    </a:ext>
                  </a:extLst>
                </p:cNvPr>
                <p:cNvGrpSpPr/>
                <p:nvPr/>
              </p:nvGrpSpPr>
              <p:grpSpPr>
                <a:xfrm>
                  <a:off x="2216686" y="2871792"/>
                  <a:ext cx="1666549" cy="651225"/>
                  <a:chOff x="2279250" y="2766901"/>
                  <a:chExt cx="1666549" cy="651225"/>
                </a:xfrm>
              </p:grpSpPr>
              <p:sp>
                <p:nvSpPr>
                  <p:cNvPr id="155" name="Right Arrow 154">
                    <a:extLst>
                      <a:ext uri="{FF2B5EF4-FFF2-40B4-BE49-F238E27FC236}">
                        <a16:creationId xmlns:a16="http://schemas.microsoft.com/office/drawing/2014/main" id="{36ECC9F7-1FD6-7015-3D7E-C6C79324569A}"/>
                      </a:ext>
                    </a:extLst>
                  </p:cNvPr>
                  <p:cNvSpPr/>
                  <p:nvPr/>
                </p:nvSpPr>
                <p:spPr>
                  <a:xfrm>
                    <a:off x="2730248" y="2939507"/>
                    <a:ext cx="129721" cy="115967"/>
                  </a:xfrm>
                  <a:prstGeom prst="rightArrow">
                    <a:avLst/>
                  </a:prstGeom>
                  <a:solidFill>
                    <a:schemeClr val="tx1">
                      <a:alpha val="69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880">
                      <a:solidFill>
                        <a:schemeClr val="tx2">
                          <a:lumMod val="50000"/>
                        </a:schemeClr>
                      </a:solidFill>
                      <a:latin typeface="Times" pitchFamily="2" charset="0"/>
                    </a:endParaRPr>
                  </a:p>
                </p:txBody>
              </p:sp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C356A088-2419-5D36-A2C7-46EEC5400CE8}"/>
                      </a:ext>
                    </a:extLst>
                  </p:cNvPr>
                  <p:cNvGrpSpPr/>
                  <p:nvPr/>
                </p:nvGrpSpPr>
                <p:grpSpPr>
                  <a:xfrm>
                    <a:off x="2279250" y="2804424"/>
                    <a:ext cx="420263" cy="613702"/>
                    <a:chOff x="2279250" y="2884966"/>
                    <a:chExt cx="420263" cy="613702"/>
                  </a:xfrm>
                </p:grpSpPr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95268AED-7893-4524-B537-6BC2A8FC6F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79250" y="3164900"/>
                      <a:ext cx="420263" cy="3337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ctr"/>
                      <a:r>
                        <a:rPr lang="en-US" sz="6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Training documents</a:t>
                      </a:r>
                    </a:p>
                    <a:p>
                      <a:pPr algn="ctr"/>
                      <a:r>
                        <a:rPr lang="en-US" sz="6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(n=247)</a:t>
                      </a:r>
                    </a:p>
                  </p:txBody>
                </p:sp>
                <p:pic>
                  <p:nvPicPr>
                    <p:cNvPr id="163" name="Picture 162">
                      <a:extLst>
                        <a:ext uri="{FF2B5EF4-FFF2-40B4-BE49-F238E27FC236}">
                          <a16:creationId xmlns:a16="http://schemas.microsoft.com/office/drawing/2014/main" id="{0E759D13-BB57-901A-6D29-1466BAB5B3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2386842" y="2884966"/>
                      <a:ext cx="210940" cy="221613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77" name="Group 176">
                    <a:extLst>
                      <a:ext uri="{FF2B5EF4-FFF2-40B4-BE49-F238E27FC236}">
                        <a16:creationId xmlns:a16="http://schemas.microsoft.com/office/drawing/2014/main" id="{B228F96C-B58F-A296-33BB-E649B3CBA94E}"/>
                      </a:ext>
                    </a:extLst>
                  </p:cNvPr>
                  <p:cNvGrpSpPr/>
                  <p:nvPr/>
                </p:nvGrpSpPr>
                <p:grpSpPr>
                  <a:xfrm>
                    <a:off x="2872660" y="2766901"/>
                    <a:ext cx="929339" cy="414010"/>
                    <a:chOff x="2924800" y="3015103"/>
                    <a:chExt cx="929339" cy="414010"/>
                  </a:xfrm>
                </p:grpSpPr>
                <p:grpSp>
                  <p:nvGrpSpPr>
                    <p:cNvPr id="166" name="Group 165">
                      <a:extLst>
                        <a:ext uri="{FF2B5EF4-FFF2-40B4-BE49-F238E27FC236}">
                          <a16:creationId xmlns:a16="http://schemas.microsoft.com/office/drawing/2014/main" id="{9B047701-6021-D3DE-F8B2-80F215B574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24800" y="3015103"/>
                      <a:ext cx="578937" cy="389333"/>
                      <a:chOff x="2924800" y="3015103"/>
                      <a:chExt cx="578937" cy="389333"/>
                    </a:xfrm>
                  </p:grpSpPr>
                  <p:sp>
                    <p:nvSpPr>
                      <p:cNvPr id="160" name="Google Shape;497;p56">
                        <a:extLst>
                          <a:ext uri="{FF2B5EF4-FFF2-40B4-BE49-F238E27FC236}">
                            <a16:creationId xmlns:a16="http://schemas.microsoft.com/office/drawing/2014/main" id="{A25ED2EF-D69A-9D21-3769-D2B9E22FFE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24800" y="3293180"/>
                        <a:ext cx="578937" cy="11125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>
                        <a:defPPr>
                          <a:defRPr lang="en-US"/>
                        </a:defPPr>
                        <a:lvl1pPr>
                          <a:defRPr sz="800"/>
                        </a:lvl1pPr>
                      </a:lstStyle>
                      <a:p>
                        <a:r>
                          <a:rPr lang="en-US" sz="6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sym typeface="Arial"/>
                          </a:rPr>
                          <a:t>Domain experts</a:t>
                        </a:r>
                        <a:endParaRPr sz="600" dirty="0">
                          <a:solidFill>
                            <a:schemeClr val="tx2">
                              <a:lumMod val="50000"/>
                            </a:schemeClr>
                          </a:solidFill>
                          <a:sym typeface="Arial"/>
                        </a:endParaRPr>
                      </a:p>
                    </p:txBody>
                  </p:sp>
                  <p:pic>
                    <p:nvPicPr>
                      <p:cNvPr id="165" name="Picture 164">
                        <a:extLst>
                          <a:ext uri="{FF2B5EF4-FFF2-40B4-BE49-F238E27FC236}">
                            <a16:creationId xmlns:a16="http://schemas.microsoft.com/office/drawing/2014/main" id="{010D1A38-14D8-D98B-362D-B0B16741CD2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59143" y="3015103"/>
                        <a:ext cx="276457" cy="276458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75" name="Group 174">
                      <a:extLst>
                        <a:ext uri="{FF2B5EF4-FFF2-40B4-BE49-F238E27FC236}">
                          <a16:creationId xmlns:a16="http://schemas.microsoft.com/office/drawing/2014/main" id="{5FEB83DE-E3DD-4E6E-4BD3-2D645E50306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76770" y="3048832"/>
                      <a:ext cx="277369" cy="380281"/>
                      <a:chOff x="3576770" y="3048832"/>
                      <a:chExt cx="277369" cy="380281"/>
                    </a:xfrm>
                  </p:grpSpPr>
                  <p:pic>
                    <p:nvPicPr>
                      <p:cNvPr id="1030" name="Picture 6" descr="GPT-4 Model Icons">
                        <a:extLst>
                          <a:ext uri="{FF2B5EF4-FFF2-40B4-BE49-F238E27FC236}">
                            <a16:creationId xmlns:a16="http://schemas.microsoft.com/office/drawing/2014/main" id="{7EF1B290-BEC2-2051-5F59-661415092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770" y="3048832"/>
                        <a:ext cx="234536" cy="2345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174" name="Google Shape;497;p56">
                        <a:extLst>
                          <a:ext uri="{FF2B5EF4-FFF2-40B4-BE49-F238E27FC236}">
                            <a16:creationId xmlns:a16="http://schemas.microsoft.com/office/drawing/2014/main" id="{C31672D1-C487-F4DE-D73B-AEC22FE6FA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88090" y="3317857"/>
                        <a:ext cx="266049" cy="11125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>
                        <a:defPPr>
                          <a:defRPr lang="en-US"/>
                        </a:defPPr>
                        <a:lvl1pPr>
                          <a:defRPr sz="800"/>
                        </a:lvl1pPr>
                      </a:lstStyle>
                      <a:p>
                        <a:r>
                          <a:rPr lang="en-US" sz="600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sym typeface="Arial"/>
                          </a:rPr>
                          <a:t>GPT-4o</a:t>
                        </a:r>
                        <a:endParaRPr sz="525" dirty="0">
                          <a:solidFill>
                            <a:schemeClr val="tx2">
                              <a:lumMod val="50000"/>
                            </a:schemeClr>
                          </a:solidFill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76" name="TextBox 175">
                      <a:extLst>
                        <a:ext uri="{FF2B5EF4-FFF2-40B4-BE49-F238E27FC236}">
                          <a16:creationId xmlns:a16="http://schemas.microsoft.com/office/drawing/2014/main" id="{735FBA1B-F828-39C1-141A-0457B6D7FC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09938" y="3055474"/>
                      <a:ext cx="151030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+</a:t>
                      </a:r>
                    </a:p>
                  </p:txBody>
                </p:sp>
              </p:grpSp>
              <p:sp>
                <p:nvSpPr>
                  <p:cNvPr id="180" name="Right Arrow 179">
                    <a:extLst>
                      <a:ext uri="{FF2B5EF4-FFF2-40B4-BE49-F238E27FC236}">
                        <a16:creationId xmlns:a16="http://schemas.microsoft.com/office/drawing/2014/main" id="{07EF0659-BC83-B4F7-FE16-09370AD567EF}"/>
                      </a:ext>
                    </a:extLst>
                  </p:cNvPr>
                  <p:cNvSpPr/>
                  <p:nvPr/>
                </p:nvSpPr>
                <p:spPr>
                  <a:xfrm rot="1915789">
                    <a:off x="3816078" y="2981069"/>
                    <a:ext cx="129721" cy="115968"/>
                  </a:xfrm>
                  <a:prstGeom prst="rightArrow">
                    <a:avLst/>
                  </a:prstGeom>
                  <a:solidFill>
                    <a:schemeClr val="tx1">
                      <a:alpha val="69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880">
                      <a:solidFill>
                        <a:schemeClr val="tx2">
                          <a:lumMod val="50000"/>
                        </a:schemeClr>
                      </a:solidFill>
                      <a:latin typeface="Times" pitchFamily="2" charset="0"/>
                    </a:endParaRPr>
                  </a:p>
                </p:txBody>
              </p:sp>
            </p:grpSp>
          </p:grpSp>
          <p:grpSp>
            <p:nvGrpSpPr>
              <p:cNvPr id="1107" name="Group 1106">
                <a:extLst>
                  <a:ext uri="{FF2B5EF4-FFF2-40B4-BE49-F238E27FC236}">
                    <a16:creationId xmlns:a16="http://schemas.microsoft.com/office/drawing/2014/main" id="{E0A22383-B55C-AB1B-C22D-1FFA984FD859}"/>
                  </a:ext>
                </a:extLst>
              </p:cNvPr>
              <p:cNvGrpSpPr/>
              <p:nvPr/>
            </p:nvGrpSpPr>
            <p:grpSpPr>
              <a:xfrm>
                <a:off x="3224088" y="3637076"/>
                <a:ext cx="1126240" cy="498247"/>
                <a:chOff x="2526414" y="4729549"/>
                <a:chExt cx="1126240" cy="498247"/>
              </a:xfrm>
            </p:grpSpPr>
            <p:grpSp>
              <p:nvGrpSpPr>
                <p:cNvPr id="1103" name="Group 1102">
                  <a:extLst>
                    <a:ext uri="{FF2B5EF4-FFF2-40B4-BE49-F238E27FC236}">
                      <a16:creationId xmlns:a16="http://schemas.microsoft.com/office/drawing/2014/main" id="{01AF01E8-7BAB-E6A2-2CCB-2E60055A82FA}"/>
                    </a:ext>
                  </a:extLst>
                </p:cNvPr>
                <p:cNvGrpSpPr/>
                <p:nvPr/>
              </p:nvGrpSpPr>
              <p:grpSpPr>
                <a:xfrm>
                  <a:off x="2969962" y="4729549"/>
                  <a:ext cx="682692" cy="465802"/>
                  <a:chOff x="2969962" y="4729549"/>
                  <a:chExt cx="682692" cy="465802"/>
                </a:xfrm>
              </p:grpSpPr>
              <p:sp>
                <p:nvSpPr>
                  <p:cNvPr id="1100" name="Rounded Rectangle 1099">
                    <a:extLst>
                      <a:ext uri="{FF2B5EF4-FFF2-40B4-BE49-F238E27FC236}">
                        <a16:creationId xmlns:a16="http://schemas.microsoft.com/office/drawing/2014/main" id="{3FDB5B2F-521B-EC27-66D4-BA8E92A7FAD6}"/>
                      </a:ext>
                    </a:extLst>
                  </p:cNvPr>
                  <p:cNvSpPr/>
                  <p:nvPr/>
                </p:nvSpPr>
                <p:spPr>
                  <a:xfrm>
                    <a:off x="2969963" y="4886940"/>
                    <a:ext cx="682691" cy="144481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55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Regular </a:t>
                    </a:r>
                    <a:r>
                      <a:rPr lang="en-US" sz="5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expressions</a:t>
                    </a:r>
                    <a:endParaRPr lang="en-US" sz="550" dirty="0">
                      <a:solidFill>
                        <a:schemeClr val="tx2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1101" name="Rounded Rectangle 1100">
                    <a:extLst>
                      <a:ext uri="{FF2B5EF4-FFF2-40B4-BE49-F238E27FC236}">
                        <a16:creationId xmlns:a16="http://schemas.microsoft.com/office/drawing/2014/main" id="{12ECF71A-DDA2-BEAC-108A-1C4E6FD6B807}"/>
                      </a:ext>
                    </a:extLst>
                  </p:cNvPr>
                  <p:cNvSpPr/>
                  <p:nvPr/>
                </p:nvSpPr>
                <p:spPr>
                  <a:xfrm>
                    <a:off x="2969963" y="4729549"/>
                    <a:ext cx="682691" cy="131346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5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Match rulesets</a:t>
                    </a:r>
                  </a:p>
                </p:txBody>
              </p:sp>
              <p:sp>
                <p:nvSpPr>
                  <p:cNvPr id="1102" name="Rounded Rectangle 1101">
                    <a:extLst>
                      <a:ext uri="{FF2B5EF4-FFF2-40B4-BE49-F238E27FC236}">
                        <a16:creationId xmlns:a16="http://schemas.microsoft.com/office/drawing/2014/main" id="{5A04314E-C78A-4981-06A1-8AD1221680AE}"/>
                      </a:ext>
                    </a:extLst>
                  </p:cNvPr>
                  <p:cNvSpPr/>
                  <p:nvPr/>
                </p:nvSpPr>
                <p:spPr>
                  <a:xfrm>
                    <a:off x="2969962" y="5050870"/>
                    <a:ext cx="682691" cy="144481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accent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6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Lexicon</a:t>
                    </a:r>
                  </a:p>
                </p:txBody>
              </p:sp>
            </p:grpSp>
            <p:grpSp>
              <p:nvGrpSpPr>
                <p:cNvPr id="1106" name="Group 1105">
                  <a:extLst>
                    <a:ext uri="{FF2B5EF4-FFF2-40B4-BE49-F238E27FC236}">
                      <a16:creationId xmlns:a16="http://schemas.microsoft.com/office/drawing/2014/main" id="{3266EF13-8C79-DA1E-07CB-84C55032F4DB}"/>
                    </a:ext>
                  </a:extLst>
                </p:cNvPr>
                <p:cNvGrpSpPr/>
                <p:nvPr/>
              </p:nvGrpSpPr>
              <p:grpSpPr>
                <a:xfrm>
                  <a:off x="2526414" y="4733206"/>
                  <a:ext cx="364122" cy="494590"/>
                  <a:chOff x="2526414" y="4733206"/>
                  <a:chExt cx="364122" cy="494590"/>
                </a:xfrm>
              </p:grpSpPr>
              <p:pic>
                <p:nvPicPr>
                  <p:cNvPr id="1104" name="Picture 1103">
                    <a:extLst>
                      <a:ext uri="{FF2B5EF4-FFF2-40B4-BE49-F238E27FC236}">
                        <a16:creationId xmlns:a16="http://schemas.microsoft.com/office/drawing/2014/main" id="{CE8D93EB-F40C-08D3-BB26-349E24D3BE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2557849" y="4733206"/>
                    <a:ext cx="319201" cy="319201"/>
                  </a:xfrm>
                  <a:prstGeom prst="rect">
                    <a:avLst/>
                  </a:prstGeom>
                </p:spPr>
              </p:pic>
              <p:sp>
                <p:nvSpPr>
                  <p:cNvPr id="1105" name="TextBox 1104">
                    <a:extLst>
                      <a:ext uri="{FF2B5EF4-FFF2-40B4-BE49-F238E27FC236}">
                        <a16:creationId xmlns:a16="http://schemas.microsoft.com/office/drawing/2014/main" id="{D9580338-0CE4-0FD7-6E94-0EDE3FA0FD10}"/>
                      </a:ext>
                    </a:extLst>
                  </p:cNvPr>
                  <p:cNvSpPr txBox="1"/>
                  <p:nvPr/>
                </p:nvSpPr>
                <p:spPr>
                  <a:xfrm>
                    <a:off x="2526414" y="5135463"/>
                    <a:ext cx="364122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600" dirty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t>NLP model</a:t>
                    </a:r>
                  </a:p>
                </p:txBody>
              </p:sp>
            </p:grpSp>
          </p:grpSp>
          <p:sp>
            <p:nvSpPr>
              <p:cNvPr id="1110" name="Right Arrow 1109">
                <a:extLst>
                  <a:ext uri="{FF2B5EF4-FFF2-40B4-BE49-F238E27FC236}">
                    <a16:creationId xmlns:a16="http://schemas.microsoft.com/office/drawing/2014/main" id="{8E83B51F-DA78-CEE9-61C8-D49BEA6FF358}"/>
                  </a:ext>
                </a:extLst>
              </p:cNvPr>
              <p:cNvSpPr/>
              <p:nvPr/>
            </p:nvSpPr>
            <p:spPr>
              <a:xfrm rot="9000000">
                <a:off x="3032021" y="4090252"/>
                <a:ext cx="129721" cy="115968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grpSp>
            <p:nvGrpSpPr>
              <p:cNvPr id="1112" name="Group 1111">
                <a:extLst>
                  <a:ext uri="{FF2B5EF4-FFF2-40B4-BE49-F238E27FC236}">
                    <a16:creationId xmlns:a16="http://schemas.microsoft.com/office/drawing/2014/main" id="{94B265F1-9970-6EA3-C182-1427F96F7F58}"/>
                  </a:ext>
                </a:extLst>
              </p:cNvPr>
              <p:cNvGrpSpPr/>
              <p:nvPr/>
            </p:nvGrpSpPr>
            <p:grpSpPr>
              <a:xfrm>
                <a:off x="2329736" y="4098666"/>
                <a:ext cx="600990" cy="300578"/>
                <a:chOff x="2436871" y="4094276"/>
                <a:chExt cx="600990" cy="300578"/>
              </a:xfrm>
            </p:grpSpPr>
            <p:pic>
              <p:nvPicPr>
                <p:cNvPr id="1109" name="Picture 1108">
                  <a:extLst>
                    <a:ext uri="{FF2B5EF4-FFF2-40B4-BE49-F238E27FC236}">
                      <a16:creationId xmlns:a16="http://schemas.microsoft.com/office/drawing/2014/main" id="{70CE3ABA-C230-117B-11A1-5495BED983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6871" y="4094276"/>
                  <a:ext cx="300578" cy="300578"/>
                </a:xfrm>
                <a:prstGeom prst="rect">
                  <a:avLst/>
                </a:prstGeom>
              </p:spPr>
            </p:pic>
            <p:pic>
              <p:nvPicPr>
                <p:cNvPr id="1111" name="Picture 1110">
                  <a:extLst>
                    <a:ext uri="{FF2B5EF4-FFF2-40B4-BE49-F238E27FC236}">
                      <a16:creationId xmlns:a16="http://schemas.microsoft.com/office/drawing/2014/main" id="{6F54C5FC-F49D-24D7-66BF-AB0BCBFAEE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779316" y="4119686"/>
                  <a:ext cx="258545" cy="258545"/>
                </a:xfrm>
                <a:prstGeom prst="rect">
                  <a:avLst/>
                </a:prstGeom>
              </p:spPr>
            </p:pic>
          </p:grpSp>
          <p:sp>
            <p:nvSpPr>
              <p:cNvPr id="1113" name="Right Arrow 1112">
                <a:extLst>
                  <a:ext uri="{FF2B5EF4-FFF2-40B4-BE49-F238E27FC236}">
                    <a16:creationId xmlns:a16="http://schemas.microsoft.com/office/drawing/2014/main" id="{991C3CF4-2B0B-354E-3BD9-86F588404892}"/>
                  </a:ext>
                </a:extLst>
              </p:cNvPr>
              <p:cNvSpPr/>
              <p:nvPr/>
            </p:nvSpPr>
            <p:spPr>
              <a:xfrm rot="16200000">
                <a:off x="2552093" y="3892551"/>
                <a:ext cx="129721" cy="115967"/>
              </a:xfrm>
              <a:prstGeom prst="rightArrow">
                <a:avLst/>
              </a:prstGeom>
              <a:solidFill>
                <a:schemeClr val="tx1"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">
                  <a:solidFill>
                    <a:schemeClr val="tx2">
                      <a:lumMod val="50000"/>
                    </a:schemeClr>
                  </a:solidFill>
                  <a:latin typeface="Times" pitchFamily="2" charset="0"/>
                </a:endParaRPr>
              </a:p>
            </p:txBody>
          </p:sp>
          <p:sp>
            <p:nvSpPr>
              <p:cNvPr id="1114" name="TextBox 1113">
                <a:extLst>
                  <a:ext uri="{FF2B5EF4-FFF2-40B4-BE49-F238E27FC236}">
                    <a16:creationId xmlns:a16="http://schemas.microsoft.com/office/drawing/2014/main" id="{89C219DB-C6A2-3244-2E24-EDF050C09620}"/>
                  </a:ext>
                </a:extLst>
              </p:cNvPr>
              <p:cNvSpPr txBox="1"/>
              <p:nvPr/>
            </p:nvSpPr>
            <p:spPr>
              <a:xfrm>
                <a:off x="2179357" y="4444327"/>
                <a:ext cx="937858" cy="1112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600" dirty="0">
                    <a:solidFill>
                      <a:schemeClr val="tx2">
                        <a:lumMod val="50000"/>
                      </a:schemeClr>
                    </a:solidFill>
                  </a:rPr>
                  <a:t>Evaluation &amp; Fine-tuning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494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4987</TotalTime>
  <Words>142</Words>
  <Application>Microsoft Macintosh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Times</vt:lpstr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Fu, Sunyang</dc:creator>
  <cp:lastModifiedBy>Ahn, Jaerong</cp:lastModifiedBy>
  <cp:revision>4</cp:revision>
  <dcterms:created xsi:type="dcterms:W3CDTF">2025-02-12T21:32:53Z</dcterms:created>
  <dcterms:modified xsi:type="dcterms:W3CDTF">2025-11-06T19:41:39Z</dcterms:modified>
</cp:coreProperties>
</file>